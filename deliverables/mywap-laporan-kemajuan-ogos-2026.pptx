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256c637e3e40be" /><Relationship Type="http://schemas.openxmlformats.org/officeDocument/2006/relationships/extended-properties" Target="/docProps/app.xml" Id="R47dabaf61dfc4d37" /><Relationship Type="http://schemas.openxmlformats.org/officeDocument/2006/relationships/officeDocument" Target="/ppt/presentation.xml" Id="Rd36d1e448a144934" /></Relationships>
</file>

<file path=ppt/presentation.xml><?xml version="1.0" encoding="utf-8"?>
<p:presentation xmlns:p="http://schemas.openxmlformats.org/presentationml/2006/main">
  <p:sldMasterIdLst>
    <p:sldMasterId xmlns:r="http://schemas.openxmlformats.org/officeDocument/2006/relationships" id="2147483648" r:id="R6fef2700c4074e83"/>
  </p:sldMasterIdLst>
  <p:notesMasterIdLst>
    <p:notesMasterId xmlns:r="http://schemas.openxmlformats.org/officeDocument/2006/relationships" r:id="R3e6faf92995a4872"/>
  </p:notesMasterIdLst>
  <p:sldIdLst>
    <p:sldId xmlns:r="http://schemas.openxmlformats.org/officeDocument/2006/relationships" id="256" r:id="R40b36348e02c4bb5"/>
    <p:sldId xmlns:r="http://schemas.openxmlformats.org/officeDocument/2006/relationships" id="257" r:id="Ra7353409db4c497b"/>
    <p:sldId xmlns:r="http://schemas.openxmlformats.org/officeDocument/2006/relationships" id="258" r:id="R2d34e7cc915c47c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8e1bbcd2fa4109" /><Relationship Type="http://schemas.openxmlformats.org/officeDocument/2006/relationships/slideMaster" Target="/ppt/slideMasters/slideMaster1.xml" Id="R6fef2700c4074e83" /><Relationship Type="http://schemas.openxmlformats.org/officeDocument/2006/relationships/notesMaster" Target="/ppt/notesMasters/notesMaster1.xml" Id="R3e6faf92995a4872" /><Relationship Type="http://schemas.openxmlformats.org/officeDocument/2006/relationships/presProps" Target="/ppt/presProps.xml" Id="R3905674b1441453a" /><Relationship Type="http://schemas.openxmlformats.org/officeDocument/2006/relationships/tableStyles" Target="/ppt/tableStyles.xml" Id="Rd221a9711b5d4e3f" /><Relationship Type="http://schemas.openxmlformats.org/officeDocument/2006/relationships/slide" Target="/ppt/slides/slide1.xml" Id="R40b36348e02c4bb5" /><Relationship Type="http://schemas.openxmlformats.org/officeDocument/2006/relationships/slide" Target="/ppt/slides/slide2.xml" Id="Ra7353409db4c497b" /><Relationship Type="http://schemas.openxmlformats.org/officeDocument/2006/relationships/slide" Target="/ppt/slides/slide3.xml" Id="R2d34e7cc915c47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21f26ab4f340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b11a9b4560470f" /><Relationship Type="http://schemas.openxmlformats.org/officeDocument/2006/relationships/notesMaster" Target="/ppt/notesMasters/notesMaster1.xml" Id="R10ddd39c36c74b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964193c36949d3" /><Relationship Type="http://schemas.openxmlformats.org/officeDocument/2006/relationships/notesMaster" Target="/ppt/notesMasters/notesMaster1.xml" Id="R8eb635eaf24842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7b37296d18474e" /><Relationship Type="http://schemas.openxmlformats.org/officeDocument/2006/relationships/notesMaster" Target="/ppt/notesMasters/notesMaster1.xml" Id="R646dc5708bc344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ca44a456d64f9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03ffe41231496f" /><Relationship Type="http://schemas.openxmlformats.org/officeDocument/2006/relationships/slideLayout" Target="/ppt/slideLayouts/slideLayout1.xml" Id="R43c5ab2b2cf940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c5ab2b2cf940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ce3f780f6b44d6" /><Relationship Type="http://schemas.openxmlformats.org/officeDocument/2006/relationships/notesSlide" Target="/ppt/notesSlides/notesSlide1.xml" Id="Rec3d6663089b41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0bc6c548c544d34" /><Relationship Type="http://schemas.openxmlformats.org/officeDocument/2006/relationships/notesSlide" Target="/ppt/notesSlides/notesSlide2.xml" Id="R28a160363b3f4e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b3a64e6b5fc4271" /><Relationship Type="http://schemas.openxmlformats.org/officeDocument/2006/relationships/notesSlide" Target="/ppt/notesSlides/notesSlide3.xml" Id="Rebc87245cf174cd3" /></Relationships>
</file>

<file path=ppt/slides/slide1.xml><?xml version="1.0" encoding="utf-8"?>
<p:sld xmlns:p="http://schemas.openxmlformats.org/presentationml/2006/main">
  <p:cSld>
    <p:bg>
      <p:bgPr>
        <a:solidFill xmlns:a="http://schemas.openxmlformats.org/drawingml/2006/main">
          <a:srgbClr val="F5F0E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6FDBE3C-AFAD-4180-9BB2-428A7E4F996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0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2FD2256-7A3B-45F9-BC68-24EDE763D165}"/>
              </a:ext>
            </a:extLst>
          </p:cNvPr>
          <p:cNvSpPr>
            <a:spLocks xmlns:a="http://schemas.openxmlformats.org/drawingml/2006/main" noGrp="1"/>
          </p:cNvSpPr>
          <p:nvPr/>
        </p:nvSpPr>
        <p:spPr>
          <a:xfrm xmlns:a="http://schemas.openxmlformats.org/drawingml/2006/main">
            <a:off x="8763000" y="0"/>
            <a:ext cx="3429000" cy="6858000"/>
          </a:xfrm>
          <a:prstGeom xmlns:a="http://schemas.openxmlformats.org/drawingml/2006/main" prst="rect">
            <a:avLst/>
          </a:prstGeom>
          <a:solidFill xmlns:a="http://schemas.openxmlformats.org/drawingml/2006/main">
            <a:srgbClr val="12304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3AD9C5B-8D8C-4F17-9F31-4CBD203F723B}"/>
              </a:ext>
            </a:extLst>
          </p:cNvPr>
          <p:cNvSpPr>
            <a:spLocks xmlns:a="http://schemas.openxmlformats.org/drawingml/2006/main" noGrp="1"/>
          </p:cNvSpPr>
          <p:nvPr/>
        </p:nvSpPr>
        <p:spPr>
          <a:xfrm xmlns:a="http://schemas.openxmlformats.org/drawingml/2006/main">
            <a:off x="8401050" y="0"/>
            <a:ext cx="361950" cy="6858000"/>
          </a:xfrm>
          <a:prstGeom xmlns:a="http://schemas.openxmlformats.org/drawingml/2006/main" prst="rect">
            <a:avLst/>
          </a:prstGeom>
          <a:solidFill xmlns:a="http://schemas.openxmlformats.org/drawingml/2006/main">
            <a:srgbClr val="C88B3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73B7FAB-CCB9-4544-A758-62757136433C}"/>
              </a:ext>
            </a:extLst>
          </p:cNvPr>
          <p:cNvSpPr>
            <a:spLocks xmlns:a="http://schemas.openxmlformats.org/drawingml/2006/main" noGrp="1"/>
          </p:cNvSpPr>
          <p:nvPr/>
        </p:nvSpPr>
        <p:spPr>
          <a:xfrm xmlns:a="http://schemas.openxmlformats.org/drawingml/2006/main">
            <a:off x="685800" y="819150"/>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i="0">
                <a:solidFill>
                  <a:srgbClr val="C88B3A"/>
                </a:solidFill>
              </a:defRPr>
            </a:pPr>
            <a:r>
              <a:rPr sz="1650" b="1" i="0">
                <a:solidFill>
                  <a:srgbClr val="C88B3A"/>
                </a:solidFill>
              </a:rPr>
              <a:t>Laporan Kemajuan Projek</a:t>
            </a:r>
          </a:p>
        </p:txBody>
      </p:sp>
      <p:sp>
        <p:nvSpPr>
          <p:cNvPr id="5" name="">
            <a:extLst xmlns:a="http://schemas.openxmlformats.org/drawingml/2006/main">
              <a:ext uri="{FF2B5EF4-FFF2-40B4-BE49-F238E27FC236}">
                <a16:creationId xmlns:a16="http://schemas.microsoft.com/office/drawing/2014/main" id="{D516D63B-E446-45D2-BD1C-5F864553E468}"/>
              </a:ext>
            </a:extLst>
          </p:cNvPr>
          <p:cNvSpPr>
            <a:spLocks xmlns:a="http://schemas.openxmlformats.org/drawingml/2006/main" noGrp="1"/>
          </p:cNvSpPr>
          <p:nvPr/>
        </p:nvSpPr>
        <p:spPr>
          <a:xfrm xmlns:a="http://schemas.openxmlformats.org/drawingml/2006/main">
            <a:off x="685800" y="1428750"/>
            <a:ext cx="4572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200" b="1" i="0">
                <a:solidFill>
                  <a:srgbClr val="123047"/>
                </a:solidFill>
              </a:defRPr>
            </a:pPr>
            <a:r>
              <a:rPr sz="4200" b="1" i="0">
                <a:solidFill>
                  <a:srgbClr val="123047"/>
                </a:solidFill>
              </a:rPr>
              <a:t>myWAP</a:t>
            </a:r>
          </a:p>
        </p:txBody>
      </p:sp>
      <p:sp>
        <p:nvSpPr>
          <p:cNvPr id="6" name="">
            <a:extLst xmlns:a="http://schemas.openxmlformats.org/drawingml/2006/main">
              <a:ext uri="{FF2B5EF4-FFF2-40B4-BE49-F238E27FC236}">
                <a16:creationId xmlns:a16="http://schemas.microsoft.com/office/drawing/2014/main" id="{728622E1-B608-4A35-8056-2280B34C79F9}"/>
              </a:ext>
            </a:extLst>
          </p:cNvPr>
          <p:cNvSpPr>
            <a:spLocks xmlns:a="http://schemas.openxmlformats.org/drawingml/2006/main" noGrp="1"/>
          </p:cNvSpPr>
          <p:nvPr/>
        </p:nvSpPr>
        <p:spPr>
          <a:xfrm xmlns:a="http://schemas.openxmlformats.org/drawingml/2006/main">
            <a:off x="685800" y="2266950"/>
            <a:ext cx="6572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i="0">
                <a:solidFill>
                  <a:srgbClr val="244257"/>
                </a:solidFill>
              </a:defRPr>
            </a:pPr>
            <a:r>
              <a:rPr sz="1800" b="0" i="0">
                <a:solidFill>
                  <a:srgbClr val="244257"/>
                </a:solidFill>
              </a:rPr>
              <a:t>Timeline pembangunan, status semasa, dan pelan penyelesaian bayaran sebelum muktamar September 2026.</a:t>
            </a:r>
          </a:p>
        </p:txBody>
      </p:sp>
      <p:sp>
        <p:nvSpPr>
          <p:cNvPr id="7" name="">
            <a:extLst xmlns:a="http://schemas.openxmlformats.org/drawingml/2006/main">
              <a:ext uri="{FF2B5EF4-FFF2-40B4-BE49-F238E27FC236}">
                <a16:creationId xmlns:a16="http://schemas.microsoft.com/office/drawing/2014/main" id="{597B0869-FE1F-459D-8CFC-0E12723FBBFF}"/>
              </a:ext>
            </a:extLst>
          </p:cNvPr>
          <p:cNvSpPr>
            <a:spLocks xmlns:a="http://schemas.openxmlformats.org/drawingml/2006/main" noGrp="1"/>
          </p:cNvSpPr>
          <p:nvPr/>
        </p:nvSpPr>
        <p:spPr>
          <a:xfrm xmlns:a="http://schemas.openxmlformats.org/drawingml/2006/main">
            <a:off x="685800" y="3638550"/>
            <a:ext cx="7334250" cy="171450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7E1E8"/>
            </a:solidFill>
            <a:prstDash val="solid"/>
          </a:ln>
        </p:spPr>
      </p:sp>
      <p:sp>
        <p:nvSpPr>
          <p:cNvPr id="8" name="">
            <a:extLst xmlns:a="http://schemas.openxmlformats.org/drawingml/2006/main">
              <a:ext uri="{FF2B5EF4-FFF2-40B4-BE49-F238E27FC236}">
                <a16:creationId xmlns:a16="http://schemas.microsoft.com/office/drawing/2014/main" id="{B700918E-6AD0-484C-8DB6-11C808FC727A}"/>
              </a:ext>
            </a:extLst>
          </p:cNvPr>
          <p:cNvSpPr>
            <a:spLocks xmlns:a="http://schemas.openxmlformats.org/drawingml/2006/main" noGrp="1"/>
          </p:cNvSpPr>
          <p:nvPr/>
        </p:nvSpPr>
        <p:spPr>
          <a:xfrm xmlns:a="http://schemas.openxmlformats.org/drawingml/2006/main">
            <a:off x="971550" y="39052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123047"/>
                </a:solidFill>
              </a:defRPr>
            </a:pPr>
            <a:r>
              <a:rPr sz="1500" b="1" i="0">
                <a:solidFill>
                  <a:srgbClr val="123047"/>
                </a:solidFill>
              </a:rPr>
              <a:t>Status Ringkas</a:t>
            </a:r>
          </a:p>
        </p:txBody>
      </p:sp>
      <p:sp>
        <p:nvSpPr>
          <p:cNvPr id="9" name="">
            <a:extLst xmlns:a="http://schemas.openxmlformats.org/drawingml/2006/main">
              <a:ext uri="{FF2B5EF4-FFF2-40B4-BE49-F238E27FC236}">
                <a16:creationId xmlns:a16="http://schemas.microsoft.com/office/drawing/2014/main" id="{E794BC92-B79B-4087-A511-BDADDFF8F786}"/>
              </a:ext>
            </a:extLst>
          </p:cNvPr>
          <p:cNvSpPr>
            <a:spLocks xmlns:a="http://schemas.openxmlformats.org/drawingml/2006/main" noGrp="1"/>
          </p:cNvSpPr>
          <p:nvPr/>
        </p:nvSpPr>
        <p:spPr>
          <a:xfrm xmlns:a="http://schemas.openxmlformats.org/drawingml/2006/main">
            <a:off x="971550" y="430530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i="0">
                <a:solidFill>
                  <a:srgbClr val="244257"/>
                </a:solidFill>
              </a:defRPr>
            </a:pPr>
            <a:r>
              <a:rPr sz="1350" b="0" i="0">
                <a:solidFill>
                  <a:srgbClr val="244257"/>
                </a:solidFill>
              </a:rPr>
              <a:t>• Pembangunan web apps telah siap dari sudut fungsi utama.</a:t>
            </a:r>
          </a:p>
        </p:txBody>
      </p:sp>
      <p:sp>
        <p:nvSpPr>
          <p:cNvPr id="10" name="">
            <a:extLst xmlns:a="http://schemas.openxmlformats.org/drawingml/2006/main">
              <a:ext uri="{FF2B5EF4-FFF2-40B4-BE49-F238E27FC236}">
                <a16:creationId xmlns:a16="http://schemas.microsoft.com/office/drawing/2014/main" id="{5AC2A98B-1652-4AC8-84E5-98812BCBB484}"/>
              </a:ext>
            </a:extLst>
          </p:cNvPr>
          <p:cNvSpPr>
            <a:spLocks xmlns:a="http://schemas.openxmlformats.org/drawingml/2006/main" noGrp="1"/>
          </p:cNvSpPr>
          <p:nvPr/>
        </p:nvSpPr>
        <p:spPr>
          <a:xfrm xmlns:a="http://schemas.openxmlformats.org/drawingml/2006/main">
            <a:off x="971550" y="46291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i="0">
                <a:solidFill>
                  <a:srgbClr val="244257"/>
                </a:solidFill>
              </a:defRPr>
            </a:pPr>
            <a:r>
              <a:rPr sz="1350" b="0" i="0">
                <a:solidFill>
                  <a:srgbClr val="244257"/>
                </a:solidFill>
              </a:rPr>
              <a:t>• Fasa semasa tertumpu kepada minor polish, testing dan deployment readiness.</a:t>
            </a:r>
          </a:p>
        </p:txBody>
      </p:sp>
      <p:sp>
        <p:nvSpPr>
          <p:cNvPr id="11" name="">
            <a:extLst xmlns:a="http://schemas.openxmlformats.org/drawingml/2006/main">
              <a:ext uri="{FF2B5EF4-FFF2-40B4-BE49-F238E27FC236}">
                <a16:creationId xmlns:a16="http://schemas.microsoft.com/office/drawing/2014/main" id="{036AA399-071C-433C-A3F9-B3ED84506949}"/>
              </a:ext>
            </a:extLst>
          </p:cNvPr>
          <p:cNvSpPr>
            <a:spLocks xmlns:a="http://schemas.openxmlformats.org/drawingml/2006/main" noGrp="1"/>
          </p:cNvSpPr>
          <p:nvPr/>
        </p:nvSpPr>
        <p:spPr>
          <a:xfrm xmlns:a="http://schemas.openxmlformats.org/drawingml/2006/main">
            <a:off x="971550" y="495300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i="0">
                <a:solidFill>
                  <a:srgbClr val="244257"/>
                </a:solidFill>
              </a:defRPr>
            </a:pPr>
            <a:r>
              <a:rPr sz="1350" b="0" i="0">
                <a:solidFill>
                  <a:srgbClr val="244257"/>
                </a:solidFill>
              </a:rPr>
              <a:t>• Fasa seterusnya ialah setup native apps dan submission ke App Store serta Play Store.</a:t>
            </a:r>
          </a:p>
        </p:txBody>
      </p:sp>
      <p:sp>
        <p:nvSpPr>
          <p:cNvPr id="12" name="">
            <a:extLst xmlns:a="http://schemas.openxmlformats.org/drawingml/2006/main">
              <a:ext uri="{FF2B5EF4-FFF2-40B4-BE49-F238E27FC236}">
                <a16:creationId xmlns:a16="http://schemas.microsoft.com/office/drawing/2014/main" id="{916381BB-F935-4385-97C8-5CACE51999C6}"/>
              </a:ext>
            </a:extLst>
          </p:cNvPr>
          <p:cNvSpPr>
            <a:spLocks xmlns:a="http://schemas.openxmlformats.org/drawingml/2006/main" noGrp="1"/>
          </p:cNvSpPr>
          <p:nvPr/>
        </p:nvSpPr>
        <p:spPr>
          <a:xfrm xmlns:a="http://schemas.openxmlformats.org/drawingml/2006/main">
            <a:off x="9144000" y="10477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B9CAD6"/>
                </a:solidFill>
              </a:defRPr>
            </a:pPr>
            <a:r>
              <a:rPr sz="1125" b="0" i="0">
                <a:solidFill>
                  <a:srgbClr val="B9CAD6"/>
                </a:solidFill>
              </a:rPr>
              <a:t>Tarikh mula projek</a:t>
            </a:r>
          </a:p>
        </p:txBody>
      </p:sp>
      <p:sp>
        <p:nvSpPr>
          <p:cNvPr id="13" name="">
            <a:extLst xmlns:a="http://schemas.openxmlformats.org/drawingml/2006/main">
              <a:ext uri="{FF2B5EF4-FFF2-40B4-BE49-F238E27FC236}">
                <a16:creationId xmlns:a16="http://schemas.microsoft.com/office/drawing/2014/main" id="{DCA9B195-E1CE-486B-9530-383F17C3FCD8}"/>
              </a:ext>
            </a:extLst>
          </p:cNvPr>
          <p:cNvSpPr>
            <a:spLocks xmlns:a="http://schemas.openxmlformats.org/drawingml/2006/main" noGrp="1"/>
          </p:cNvSpPr>
          <p:nvPr/>
        </p:nvSpPr>
        <p:spPr>
          <a:xfrm xmlns:a="http://schemas.openxmlformats.org/drawingml/2006/main">
            <a:off x="9144000" y="12954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i="0">
                <a:solidFill>
                  <a:srgbClr val="FFFFFF"/>
                </a:solidFill>
              </a:defRPr>
            </a:pPr>
            <a:r>
              <a:rPr sz="2100" b="1" i="0">
                <a:solidFill>
                  <a:srgbClr val="FFFFFF"/>
                </a:solidFill>
              </a:rPr>
              <a:t>14 Mei 2026</a:t>
            </a:r>
          </a:p>
        </p:txBody>
      </p:sp>
      <p:sp>
        <p:nvSpPr>
          <p:cNvPr id="14" name="">
            <a:extLst xmlns:a="http://schemas.openxmlformats.org/drawingml/2006/main">
              <a:ext uri="{FF2B5EF4-FFF2-40B4-BE49-F238E27FC236}">
                <a16:creationId xmlns:a16="http://schemas.microsoft.com/office/drawing/2014/main" id="{BEFB1773-4F00-4E68-841E-8403242E399F}"/>
              </a:ext>
            </a:extLst>
          </p:cNvPr>
          <p:cNvSpPr>
            <a:spLocks xmlns:a="http://schemas.openxmlformats.org/drawingml/2006/main" noGrp="1"/>
          </p:cNvSpPr>
          <p:nvPr/>
        </p:nvSpPr>
        <p:spPr>
          <a:xfrm xmlns:a="http://schemas.openxmlformats.org/drawingml/2006/main">
            <a:off x="9144000" y="20002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B9CAD6"/>
                </a:solidFill>
              </a:defRPr>
            </a:pPr>
            <a:r>
              <a:rPr sz="1125" b="0" i="0">
                <a:solidFill>
                  <a:srgbClr val="B9CAD6"/>
                </a:solidFill>
              </a:rPr>
              <a:t>Status setakat</a:t>
            </a:r>
          </a:p>
        </p:txBody>
      </p:sp>
      <p:sp>
        <p:nvSpPr>
          <p:cNvPr id="15" name="">
            <a:extLst xmlns:a="http://schemas.openxmlformats.org/drawingml/2006/main">
              <a:ext uri="{FF2B5EF4-FFF2-40B4-BE49-F238E27FC236}">
                <a16:creationId xmlns:a16="http://schemas.microsoft.com/office/drawing/2014/main" id="{90DBBDD5-3EFC-46B3-AFE8-C45AE78E4333}"/>
              </a:ext>
            </a:extLst>
          </p:cNvPr>
          <p:cNvSpPr>
            <a:spLocks xmlns:a="http://schemas.openxmlformats.org/drawingml/2006/main" noGrp="1"/>
          </p:cNvSpPr>
          <p:nvPr/>
        </p:nvSpPr>
        <p:spPr>
          <a:xfrm xmlns:a="http://schemas.openxmlformats.org/drawingml/2006/main">
            <a:off x="9144000" y="22479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i="0">
                <a:solidFill>
                  <a:srgbClr val="FFFFFF"/>
                </a:solidFill>
              </a:defRPr>
            </a:pPr>
            <a:r>
              <a:rPr sz="2100" b="1" i="0">
                <a:solidFill>
                  <a:srgbClr val="FFFFFF"/>
                </a:solidFill>
              </a:rPr>
              <a:t>4 Ogos 2026</a:t>
            </a:r>
          </a:p>
        </p:txBody>
      </p:sp>
      <p:sp>
        <p:nvSpPr>
          <p:cNvPr id="16" name="">
            <a:extLst xmlns:a="http://schemas.openxmlformats.org/drawingml/2006/main">
              <a:ext uri="{FF2B5EF4-FFF2-40B4-BE49-F238E27FC236}">
                <a16:creationId xmlns:a16="http://schemas.microsoft.com/office/drawing/2014/main" id="{B5617D6D-1CC9-47C6-94B8-1A859F410915}"/>
              </a:ext>
            </a:extLst>
          </p:cNvPr>
          <p:cNvSpPr>
            <a:spLocks xmlns:a="http://schemas.openxmlformats.org/drawingml/2006/main" noGrp="1"/>
          </p:cNvSpPr>
          <p:nvPr/>
        </p:nvSpPr>
        <p:spPr>
          <a:xfrm xmlns:a="http://schemas.openxmlformats.org/drawingml/2006/main">
            <a:off x="9144000" y="29527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B9CAD6"/>
                </a:solidFill>
              </a:defRPr>
            </a:pPr>
            <a:r>
              <a:rPr sz="1125" b="0" i="0">
                <a:solidFill>
                  <a:srgbClr val="B9CAD6"/>
                </a:solidFill>
              </a:rPr>
              <a:t>Nilai projek</a:t>
            </a:r>
          </a:p>
        </p:txBody>
      </p:sp>
      <p:sp>
        <p:nvSpPr>
          <p:cNvPr id="17" name="">
            <a:extLst xmlns:a="http://schemas.openxmlformats.org/drawingml/2006/main">
              <a:ext uri="{FF2B5EF4-FFF2-40B4-BE49-F238E27FC236}">
                <a16:creationId xmlns:a16="http://schemas.microsoft.com/office/drawing/2014/main" id="{0A32CD34-88BB-4509-BB4C-A9D800A93C6A}"/>
              </a:ext>
            </a:extLst>
          </p:cNvPr>
          <p:cNvSpPr>
            <a:spLocks xmlns:a="http://schemas.openxmlformats.org/drawingml/2006/main" noGrp="1"/>
          </p:cNvSpPr>
          <p:nvPr/>
        </p:nvSpPr>
        <p:spPr>
          <a:xfrm xmlns:a="http://schemas.openxmlformats.org/drawingml/2006/main">
            <a:off x="9144000" y="32004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i="0">
                <a:solidFill>
                  <a:srgbClr val="FFFFFF"/>
                </a:solidFill>
              </a:defRPr>
            </a:pPr>
            <a:r>
              <a:rPr sz="2250" b="1" i="0">
                <a:solidFill>
                  <a:srgbClr val="FFFFFF"/>
                </a:solidFill>
              </a:rPr>
              <a:t>RM35,200</a:t>
            </a:r>
          </a:p>
        </p:txBody>
      </p:sp>
      <p:sp>
        <p:nvSpPr>
          <p:cNvPr id="18" name="">
            <a:extLst xmlns:a="http://schemas.openxmlformats.org/drawingml/2006/main">
              <a:ext uri="{FF2B5EF4-FFF2-40B4-BE49-F238E27FC236}">
                <a16:creationId xmlns:a16="http://schemas.microsoft.com/office/drawing/2014/main" id="{909E8EF6-4F13-4AA0-BCF5-C75161CB87A0}"/>
              </a:ext>
            </a:extLst>
          </p:cNvPr>
          <p:cNvSpPr>
            <a:spLocks xmlns:a="http://schemas.openxmlformats.org/drawingml/2006/main" noGrp="1"/>
          </p:cNvSpPr>
          <p:nvPr/>
        </p:nvSpPr>
        <p:spPr>
          <a:xfrm xmlns:a="http://schemas.openxmlformats.org/drawingml/2006/main">
            <a:off x="9144000" y="39243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B9CAD6"/>
                </a:solidFill>
              </a:defRPr>
            </a:pPr>
            <a:r>
              <a:rPr sz="1125" b="0" i="0">
                <a:solidFill>
                  <a:srgbClr val="B9CAD6"/>
                </a:solidFill>
              </a:rPr>
              <a:t>Bayaran diterima</a:t>
            </a:r>
          </a:p>
        </p:txBody>
      </p:sp>
      <p:sp>
        <p:nvSpPr>
          <p:cNvPr id="19" name="">
            <a:extLst xmlns:a="http://schemas.openxmlformats.org/drawingml/2006/main">
              <a:ext uri="{FF2B5EF4-FFF2-40B4-BE49-F238E27FC236}">
                <a16:creationId xmlns:a16="http://schemas.microsoft.com/office/drawing/2014/main" id="{39F11E4D-FF0F-4376-B6EB-2D9343A6DDB0}"/>
              </a:ext>
            </a:extLst>
          </p:cNvPr>
          <p:cNvSpPr>
            <a:spLocks xmlns:a="http://schemas.openxmlformats.org/drawingml/2006/main" noGrp="1"/>
          </p:cNvSpPr>
          <p:nvPr/>
        </p:nvSpPr>
        <p:spPr>
          <a:xfrm xmlns:a="http://schemas.openxmlformats.org/drawingml/2006/main">
            <a:off x="9144000" y="41719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i="0">
                <a:solidFill>
                  <a:srgbClr val="A9E0D8"/>
                </a:solidFill>
              </a:defRPr>
            </a:pPr>
            <a:r>
              <a:rPr sz="2250" b="1" i="0">
                <a:solidFill>
                  <a:srgbClr val="A9E0D8"/>
                </a:solidFill>
              </a:rPr>
              <a:t>RM13,866.67</a:t>
            </a:r>
          </a:p>
        </p:txBody>
      </p:sp>
      <p:sp>
        <p:nvSpPr>
          <p:cNvPr id="20" name="">
            <a:extLst xmlns:a="http://schemas.openxmlformats.org/drawingml/2006/main">
              <a:ext uri="{FF2B5EF4-FFF2-40B4-BE49-F238E27FC236}">
                <a16:creationId xmlns:a16="http://schemas.microsoft.com/office/drawing/2014/main" id="{0C3FF99A-F9A6-4F4D-BF43-B4E85E78B2ED}"/>
              </a:ext>
            </a:extLst>
          </p:cNvPr>
          <p:cNvSpPr>
            <a:spLocks xmlns:a="http://schemas.openxmlformats.org/drawingml/2006/main" noGrp="1"/>
          </p:cNvSpPr>
          <p:nvPr/>
        </p:nvSpPr>
        <p:spPr>
          <a:xfrm xmlns:a="http://schemas.openxmlformats.org/drawingml/2006/main">
            <a:off x="9144000" y="48768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B9CAD6"/>
                </a:solidFill>
              </a:defRPr>
            </a:pPr>
            <a:r>
              <a:rPr sz="1125" b="0" i="0">
                <a:solidFill>
                  <a:srgbClr val="B9CAD6"/>
                </a:solidFill>
              </a:rPr>
              <a:t>Baki semasa</a:t>
            </a:r>
          </a:p>
        </p:txBody>
      </p:sp>
      <p:sp>
        <p:nvSpPr>
          <p:cNvPr id="21" name="">
            <a:extLst xmlns:a="http://schemas.openxmlformats.org/drawingml/2006/main">
              <a:ext uri="{FF2B5EF4-FFF2-40B4-BE49-F238E27FC236}">
                <a16:creationId xmlns:a16="http://schemas.microsoft.com/office/drawing/2014/main" id="{464C7F16-C29F-46DA-8AA4-9B33B6FEAE18}"/>
              </a:ext>
            </a:extLst>
          </p:cNvPr>
          <p:cNvSpPr>
            <a:spLocks xmlns:a="http://schemas.openxmlformats.org/drawingml/2006/main" noGrp="1"/>
          </p:cNvSpPr>
          <p:nvPr/>
        </p:nvSpPr>
        <p:spPr>
          <a:xfrm xmlns:a="http://schemas.openxmlformats.org/drawingml/2006/main">
            <a:off x="9144000" y="51244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i="0">
                <a:solidFill>
                  <a:srgbClr val="FFD59A"/>
                </a:solidFill>
              </a:defRPr>
            </a:pPr>
            <a:r>
              <a:rPr sz="2250" b="1" i="0">
                <a:solidFill>
                  <a:srgbClr val="FFD59A"/>
                </a:solidFill>
              </a:rPr>
              <a:t>RM21,333.33</a:t>
            </a:r>
          </a:p>
        </p:txBody>
      </p:sp>
      <p:sp>
        <p:nvSpPr>
          <p:cNvPr id="22" name="">
            <a:extLst xmlns:a="http://schemas.openxmlformats.org/drawingml/2006/main">
              <a:ext uri="{FF2B5EF4-FFF2-40B4-BE49-F238E27FC236}">
                <a16:creationId xmlns:a16="http://schemas.microsoft.com/office/drawing/2014/main" id="{DD982112-AE90-4417-AF87-249924F9570D}"/>
              </a:ext>
            </a:extLst>
          </p:cNvPr>
          <p:cNvSpPr>
            <a:spLocks xmlns:a="http://schemas.openxmlformats.org/drawingml/2006/main" noGrp="1"/>
          </p:cNvSpPr>
          <p:nvPr/>
        </p:nvSpPr>
        <p:spPr>
          <a:xfrm xmlns:a="http://schemas.openxmlformats.org/drawingml/2006/main">
            <a:off x="685800" y="6019800"/>
            <a:ext cx="704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B7F8F"/>
                </a:solidFill>
              </a:defRPr>
            </a:pPr>
            <a:r>
              <a:rPr sz="1125" b="0" i="0">
                <a:solidFill>
                  <a:srgbClr val="6B7F8F"/>
                </a:solidFill>
              </a:rPr>
              <a:t>Disediakan untuk semakan pihak pengurusan dan penjadualan kutipan sebelum muktamar.</a:t>
            </a:r>
          </a:p>
        </p:txBody>
      </p:sp>
    </p:spTree>
    <p:extLst>
      <p:ext uri="{BB962C8B-B14F-4D97-AF65-F5344CB8AC3E}">
        <p14:creationId xmlns:p14="http://schemas.microsoft.com/office/powerpoint/2010/main" val="19600237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6" name="">
            <a:extLst xmlns:a="http://schemas.openxmlformats.org/drawingml/2006/main">
              <a:ext uri="{FF2B5EF4-FFF2-40B4-BE49-F238E27FC236}">
                <a16:creationId xmlns:a16="http://schemas.microsoft.com/office/drawing/2014/main" id="{5E6DAF78-7060-4BE2-A194-1A5E613ACEE5}"/>
              </a:ext>
            </a:extLst>
          </p:cNvPr>
          <p:cNvSpPr>
            <a:spLocks xmlns:a="http://schemas.openxmlformats.org/drawingml/2006/main" noGrp="1"/>
          </p:cNvSpPr>
          <p:nvPr/>
        </p:nvSpPr>
        <p:spPr>
          <a:xfrm xmlns:a="http://schemas.openxmlformats.org/drawingml/2006/main">
            <a:off x="609600" y="41910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123047"/>
                </a:solidFill>
              </a:defRPr>
            </a:pPr>
            <a:r>
              <a:rPr sz="2550" b="1" i="0">
                <a:solidFill>
                  <a:srgbClr val="123047"/>
                </a:solidFill>
              </a:rPr>
              <a:t>Timeline Projek Berdasarkan Modul Sebenar</a:t>
            </a:r>
          </a:p>
        </p:txBody>
      </p:sp>
      <p:sp>
        <p:nvSpPr>
          <p:cNvPr id="2" name="">
            <a:extLst xmlns:a="http://schemas.openxmlformats.org/drawingml/2006/main">
              <a:ext uri="{FF2B5EF4-FFF2-40B4-BE49-F238E27FC236}">
                <a16:creationId xmlns:a16="http://schemas.microsoft.com/office/drawing/2014/main" id="{81F6C406-1900-495D-BCA5-E503A256136D}"/>
              </a:ext>
            </a:extLst>
          </p:cNvPr>
          <p:cNvSpPr>
            <a:spLocks xmlns:a="http://schemas.openxmlformats.org/drawingml/2006/main" noGrp="1"/>
          </p:cNvSpPr>
          <p:nvPr/>
        </p:nvSpPr>
        <p:spPr>
          <a:xfrm xmlns:a="http://schemas.openxmlformats.org/drawingml/2006/main">
            <a:off x="609600" y="838200"/>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i="0">
                <a:solidFill>
                  <a:srgbClr val="6B7F8F"/>
                </a:solidFill>
              </a:defRPr>
            </a:pPr>
            <a:r>
              <a:rPr sz="1200" b="0" i="0">
                <a:solidFill>
                  <a:srgbClr val="6B7F8F"/>
                </a:solidFill>
              </a:rPr>
              <a:t>Audit dibuat daripada struktur modul, routes, controllers, pages Vue dan dokumen status projek.</a:t>
            </a:r>
          </a:p>
        </p:txBody>
      </p:sp>
      <p:sp>
        <p:nvSpPr>
          <p:cNvPr id="3" name="">
            <a:extLst xmlns:a="http://schemas.openxmlformats.org/drawingml/2006/main">
              <a:ext uri="{FF2B5EF4-FFF2-40B4-BE49-F238E27FC236}">
                <a16:creationId xmlns:a16="http://schemas.microsoft.com/office/drawing/2014/main" id="{3FABB2F7-0673-4D6A-8A99-4740DD05BDBE}"/>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A7E95A6-6DF6-400A-BEBA-46DDD70EF8A7}"/>
              </a:ext>
            </a:extLst>
          </p:cNvPr>
          <p:cNvSpPr>
            <a:spLocks xmlns:a="http://schemas.openxmlformats.org/drawingml/2006/main" noGrp="1"/>
          </p:cNvSpPr>
          <p:nvPr/>
        </p:nvSpPr>
        <p:spPr>
          <a:xfrm xmlns:a="http://schemas.openxmlformats.org/drawingml/2006/main">
            <a:off x="609600" y="14287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123047"/>
                </a:solidFill>
              </a:defRPr>
            </a:pPr>
            <a:r>
              <a:rPr sz="1500" b="1" i="0">
                <a:solidFill>
                  <a:srgbClr val="123047"/>
                </a:solidFill>
              </a:rPr>
              <a:t>Pecahan Modul</a:t>
            </a:r>
          </a:p>
        </p:txBody>
      </p:sp>
      <p:sp>
        <p:nvSpPr>
          <p:cNvPr id="5" name="">
            <a:extLst xmlns:a="http://schemas.openxmlformats.org/drawingml/2006/main">
              <a:ext uri="{FF2B5EF4-FFF2-40B4-BE49-F238E27FC236}">
                <a16:creationId xmlns:a16="http://schemas.microsoft.com/office/drawing/2014/main" id="{23DD568E-9126-4937-959D-D9653B46EC9A}"/>
              </a:ext>
            </a:extLst>
          </p:cNvPr>
          <p:cNvSpPr>
            <a:spLocks xmlns:a="http://schemas.openxmlformats.org/drawingml/2006/main" noGrp="1"/>
          </p:cNvSpPr>
          <p:nvPr/>
        </p:nvSpPr>
        <p:spPr>
          <a:xfrm xmlns:a="http://schemas.openxmlformats.org/drawingml/2006/main">
            <a:off x="609600" y="1866900"/>
            <a:ext cx="2247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i="0">
                <a:solidFill>
                  <a:srgbClr val="244257"/>
                </a:solidFill>
              </a:defRPr>
            </a:pPr>
            <a:r>
              <a:rPr sz="1200" b="0" i="0">
                <a:solidFill>
                  <a:srgbClr val="244257"/>
                </a:solidFill>
              </a:rPr>
              <a:t>• Auth, OTP, onboarding &amp; profile</a:t>
            </a:r>
          </a:p>
        </p:txBody>
      </p:sp>
      <p:sp>
        <p:nvSpPr>
          <p:cNvPr id="6" name="">
            <a:extLst xmlns:a="http://schemas.openxmlformats.org/drawingml/2006/main">
              <a:ext uri="{FF2B5EF4-FFF2-40B4-BE49-F238E27FC236}">
                <a16:creationId xmlns:a16="http://schemas.microsoft.com/office/drawing/2014/main" id="{2A6D2EA2-C9A2-48A8-86B9-73A0510216E5}"/>
              </a:ext>
            </a:extLst>
          </p:cNvPr>
          <p:cNvSpPr>
            <a:spLocks xmlns:a="http://schemas.openxmlformats.org/drawingml/2006/main" noGrp="1"/>
          </p:cNvSpPr>
          <p:nvPr/>
        </p:nvSpPr>
        <p:spPr>
          <a:xfrm xmlns:a="http://schemas.openxmlformats.org/drawingml/2006/main">
            <a:off x="609600" y="2162175"/>
            <a:ext cx="2247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i="0">
                <a:solidFill>
                  <a:srgbClr val="244257"/>
                </a:solidFill>
              </a:defRPr>
            </a:pPr>
            <a:r>
              <a:rPr sz="1200" b="0" i="0">
                <a:solidFill>
                  <a:srgbClr val="244257"/>
                </a:solidFill>
              </a:rPr>
              <a:t>• Member card, directory &amp; transition</a:t>
            </a:r>
          </a:p>
        </p:txBody>
      </p:sp>
      <p:sp>
        <p:nvSpPr>
          <p:cNvPr id="7" name="">
            <a:extLst xmlns:a="http://schemas.openxmlformats.org/drawingml/2006/main">
              <a:ext uri="{FF2B5EF4-FFF2-40B4-BE49-F238E27FC236}">
                <a16:creationId xmlns:a16="http://schemas.microsoft.com/office/drawing/2014/main" id="{0152AFA5-F668-4842-B082-44CAE16527B0}"/>
              </a:ext>
            </a:extLst>
          </p:cNvPr>
          <p:cNvSpPr>
            <a:spLocks xmlns:a="http://schemas.openxmlformats.org/drawingml/2006/main" noGrp="1"/>
          </p:cNvSpPr>
          <p:nvPr/>
        </p:nvSpPr>
        <p:spPr>
          <a:xfrm xmlns:a="http://schemas.openxmlformats.org/drawingml/2006/main">
            <a:off x="609600" y="2457450"/>
            <a:ext cx="2247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i="0">
                <a:solidFill>
                  <a:srgbClr val="244257"/>
                </a:solidFill>
              </a:defRPr>
            </a:pPr>
            <a:r>
              <a:rPr sz="1200" b="0" i="0">
                <a:solidFill>
                  <a:srgbClr val="244257"/>
                </a:solidFill>
              </a:rPr>
              <a:t>• Events, QR attendance &amp; usrah</a:t>
            </a:r>
          </a:p>
        </p:txBody>
      </p:sp>
      <p:sp>
        <p:nvSpPr>
          <p:cNvPr id="8" name="">
            <a:extLst xmlns:a="http://schemas.openxmlformats.org/drawingml/2006/main">
              <a:ext uri="{FF2B5EF4-FFF2-40B4-BE49-F238E27FC236}">
                <a16:creationId xmlns:a16="http://schemas.microsoft.com/office/drawing/2014/main" id="{FB20C8F0-2108-4801-9BAC-A64AB70952C0}"/>
              </a:ext>
            </a:extLst>
          </p:cNvPr>
          <p:cNvSpPr>
            <a:spLocks xmlns:a="http://schemas.openxmlformats.org/drawingml/2006/main" noGrp="1"/>
          </p:cNvSpPr>
          <p:nvPr/>
        </p:nvSpPr>
        <p:spPr>
          <a:xfrm xmlns:a="http://schemas.openxmlformats.org/drawingml/2006/main">
            <a:off x="609600" y="2752725"/>
            <a:ext cx="2247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i="0">
                <a:solidFill>
                  <a:srgbClr val="244257"/>
                </a:solidFill>
              </a:defRPr>
            </a:pPr>
            <a:r>
              <a:rPr sz="1200" b="0" i="0">
                <a:solidFill>
                  <a:srgbClr val="244257"/>
                </a:solidFill>
              </a:rPr>
              <a:t>• Infaq, yuran, finance dashboard</a:t>
            </a:r>
          </a:p>
        </p:txBody>
      </p:sp>
      <p:sp>
        <p:nvSpPr>
          <p:cNvPr id="9" name="">
            <a:extLst xmlns:a="http://schemas.openxmlformats.org/drawingml/2006/main">
              <a:ext uri="{FF2B5EF4-FFF2-40B4-BE49-F238E27FC236}">
                <a16:creationId xmlns:a16="http://schemas.microsoft.com/office/drawing/2014/main" id="{A48777F3-F394-4D01-B855-EDF4B87A2932}"/>
              </a:ext>
            </a:extLst>
          </p:cNvPr>
          <p:cNvSpPr>
            <a:spLocks xmlns:a="http://schemas.openxmlformats.org/drawingml/2006/main" noGrp="1"/>
          </p:cNvSpPr>
          <p:nvPr/>
        </p:nvSpPr>
        <p:spPr>
          <a:xfrm xmlns:a="http://schemas.openxmlformats.org/drawingml/2006/main">
            <a:off x="609600" y="3048000"/>
            <a:ext cx="2247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i="0">
                <a:solidFill>
                  <a:srgbClr val="244257"/>
                </a:solidFill>
              </a:defRPr>
            </a:pPr>
            <a:r>
              <a:rPr sz="1200" b="0" i="0">
                <a:solidFill>
                  <a:srgbClr val="244257"/>
                </a:solidFill>
              </a:rPr>
              <a:t>• Products, orders &amp; referral system</a:t>
            </a:r>
          </a:p>
        </p:txBody>
      </p:sp>
      <p:sp>
        <p:nvSpPr>
          <p:cNvPr id="10" name="">
            <a:extLst xmlns:a="http://schemas.openxmlformats.org/drawingml/2006/main">
              <a:ext uri="{FF2B5EF4-FFF2-40B4-BE49-F238E27FC236}">
                <a16:creationId xmlns:a16="http://schemas.microsoft.com/office/drawing/2014/main" id="{594774E4-641F-4466-93FB-04943207CEB4}"/>
              </a:ext>
            </a:extLst>
          </p:cNvPr>
          <p:cNvSpPr>
            <a:spLocks xmlns:a="http://schemas.openxmlformats.org/drawingml/2006/main" noGrp="1"/>
          </p:cNvSpPr>
          <p:nvPr/>
        </p:nvSpPr>
        <p:spPr>
          <a:xfrm xmlns:a="http://schemas.openxmlformats.org/drawingml/2006/main">
            <a:off x="609600" y="3343275"/>
            <a:ext cx="2247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i="0">
                <a:solidFill>
                  <a:srgbClr val="244257"/>
                </a:solidFill>
              </a:defRPr>
            </a:pPr>
            <a:r>
              <a:rPr sz="1200" b="0" i="0">
                <a:solidFill>
                  <a:srgbClr val="244257"/>
                </a:solidFill>
              </a:rPr>
              <a:t>• Broadcast, polls, popups &amp; content hub</a:t>
            </a:r>
          </a:p>
        </p:txBody>
      </p:sp>
      <p:sp>
        <p:nvSpPr>
          <p:cNvPr id="11" name="">
            <a:extLst xmlns:a="http://schemas.openxmlformats.org/drawingml/2006/main">
              <a:ext uri="{FF2B5EF4-FFF2-40B4-BE49-F238E27FC236}">
                <a16:creationId xmlns:a16="http://schemas.microsoft.com/office/drawing/2014/main" id="{1AEE063D-7A4B-43D6-B9B5-50659A6AE0DA}"/>
              </a:ext>
            </a:extLst>
          </p:cNvPr>
          <p:cNvSpPr>
            <a:spLocks xmlns:a="http://schemas.openxmlformats.org/drawingml/2006/main" noGrp="1"/>
          </p:cNvSpPr>
          <p:nvPr/>
        </p:nvSpPr>
        <p:spPr>
          <a:xfrm xmlns:a="http://schemas.openxmlformats.org/drawingml/2006/main">
            <a:off x="3219450" y="1390650"/>
            <a:ext cx="1047750" cy="304800"/>
          </a:xfrm>
          <a:prstGeom xmlns:a="http://schemas.openxmlformats.org/drawingml/2006/main" prst="rect">
            <a:avLst/>
          </a:prstGeom>
          <a:solidFill xmlns:a="http://schemas.openxmlformats.org/drawingml/2006/main">
            <a:srgbClr val="F3F6F8"/>
          </a:solidFill>
          <a:ln xmlns:a="http://schemas.openxmlformats.org/drawingml/2006/main" w="9525">
            <a:solidFill>
              <a:srgbClr val="D7E1E8"/>
            </a:solidFill>
            <a:prstDash val="solid"/>
          </a:ln>
        </p:spPr>
      </p:sp>
      <p:sp>
        <p:nvSpPr>
          <p:cNvPr id="12" name="">
            <a:extLst xmlns:a="http://schemas.openxmlformats.org/drawingml/2006/main">
              <a:ext uri="{FF2B5EF4-FFF2-40B4-BE49-F238E27FC236}">
                <a16:creationId xmlns:a16="http://schemas.microsoft.com/office/drawing/2014/main" id="{657C3986-8DFB-45BA-8819-63199FE64A6B}"/>
              </a:ext>
            </a:extLst>
          </p:cNvPr>
          <p:cNvSpPr>
            <a:spLocks xmlns:a="http://schemas.openxmlformats.org/drawingml/2006/main" noGrp="1"/>
          </p:cNvSpPr>
          <p:nvPr/>
        </p:nvSpPr>
        <p:spPr>
          <a:xfrm xmlns:a="http://schemas.openxmlformats.org/drawingml/2006/main">
            <a:off x="3295650" y="1457325"/>
            <a:ext cx="895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244257"/>
                </a:solidFill>
              </a:defRPr>
            </a:pPr>
            <a:r>
              <a:rPr sz="975" b="1" i="0">
                <a:solidFill>
                  <a:srgbClr val="244257"/>
                </a:solidFill>
              </a:rPr>
              <a:t>14-31 Mei</a:t>
            </a:r>
          </a:p>
        </p:txBody>
      </p:sp>
      <p:sp>
        <p:nvSpPr>
          <p:cNvPr id="13" name="">
            <a:extLst xmlns:a="http://schemas.openxmlformats.org/drawingml/2006/main">
              <a:ext uri="{FF2B5EF4-FFF2-40B4-BE49-F238E27FC236}">
                <a16:creationId xmlns:a16="http://schemas.microsoft.com/office/drawing/2014/main" id="{B197741B-4B60-435F-B4CC-950E9C3A6A5A}"/>
              </a:ext>
            </a:extLst>
          </p:cNvPr>
          <p:cNvSpPr>
            <a:spLocks xmlns:a="http://schemas.openxmlformats.org/drawingml/2006/main" noGrp="1"/>
          </p:cNvSpPr>
          <p:nvPr/>
        </p:nvSpPr>
        <p:spPr>
          <a:xfrm xmlns:a="http://schemas.openxmlformats.org/drawingml/2006/main">
            <a:off x="4267200" y="1390650"/>
            <a:ext cx="1047750" cy="304800"/>
          </a:xfrm>
          <a:prstGeom xmlns:a="http://schemas.openxmlformats.org/drawingml/2006/main" prst="rect">
            <a:avLst/>
          </a:prstGeom>
          <a:solidFill xmlns:a="http://schemas.openxmlformats.org/drawingml/2006/main">
            <a:srgbClr val="F3F6F8"/>
          </a:solidFill>
          <a:ln xmlns:a="http://schemas.openxmlformats.org/drawingml/2006/main" w="9525">
            <a:solidFill>
              <a:srgbClr val="D7E1E8"/>
            </a:solidFill>
            <a:prstDash val="solid"/>
          </a:ln>
        </p:spPr>
      </p:sp>
      <p:sp>
        <p:nvSpPr>
          <p:cNvPr id="14" name="">
            <a:extLst xmlns:a="http://schemas.openxmlformats.org/drawingml/2006/main">
              <a:ext uri="{FF2B5EF4-FFF2-40B4-BE49-F238E27FC236}">
                <a16:creationId xmlns:a16="http://schemas.microsoft.com/office/drawing/2014/main" id="{6FD02932-2F57-4937-92C3-7063320F810F}"/>
              </a:ext>
            </a:extLst>
          </p:cNvPr>
          <p:cNvSpPr>
            <a:spLocks xmlns:a="http://schemas.openxmlformats.org/drawingml/2006/main" noGrp="1"/>
          </p:cNvSpPr>
          <p:nvPr/>
        </p:nvSpPr>
        <p:spPr>
          <a:xfrm xmlns:a="http://schemas.openxmlformats.org/drawingml/2006/main">
            <a:off x="4343400" y="1457325"/>
            <a:ext cx="895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244257"/>
                </a:solidFill>
              </a:defRPr>
            </a:pPr>
            <a:r>
              <a:rPr sz="975" b="1" i="0">
                <a:solidFill>
                  <a:srgbClr val="244257"/>
                </a:solidFill>
              </a:rPr>
              <a:t>1-15 Jun</a:t>
            </a:r>
          </a:p>
        </p:txBody>
      </p:sp>
      <p:sp>
        <p:nvSpPr>
          <p:cNvPr id="15" name="">
            <a:extLst xmlns:a="http://schemas.openxmlformats.org/drawingml/2006/main">
              <a:ext uri="{FF2B5EF4-FFF2-40B4-BE49-F238E27FC236}">
                <a16:creationId xmlns:a16="http://schemas.microsoft.com/office/drawing/2014/main" id="{3F57423D-7971-4146-8B37-9C2D7E9CEEBE}"/>
              </a:ext>
            </a:extLst>
          </p:cNvPr>
          <p:cNvSpPr>
            <a:spLocks xmlns:a="http://schemas.openxmlformats.org/drawingml/2006/main" noGrp="1"/>
          </p:cNvSpPr>
          <p:nvPr/>
        </p:nvSpPr>
        <p:spPr>
          <a:xfrm xmlns:a="http://schemas.openxmlformats.org/drawingml/2006/main">
            <a:off x="5314950" y="1390650"/>
            <a:ext cx="1047750" cy="304800"/>
          </a:xfrm>
          <a:prstGeom xmlns:a="http://schemas.openxmlformats.org/drawingml/2006/main" prst="rect">
            <a:avLst/>
          </a:prstGeom>
          <a:solidFill xmlns:a="http://schemas.openxmlformats.org/drawingml/2006/main">
            <a:srgbClr val="F3F6F8"/>
          </a:solidFill>
          <a:ln xmlns:a="http://schemas.openxmlformats.org/drawingml/2006/main" w="9525">
            <a:solidFill>
              <a:srgbClr val="D7E1E8"/>
            </a:solidFill>
            <a:prstDash val="solid"/>
          </a:ln>
        </p:spPr>
      </p:sp>
      <p:sp>
        <p:nvSpPr>
          <p:cNvPr id="16" name="">
            <a:extLst xmlns:a="http://schemas.openxmlformats.org/drawingml/2006/main">
              <a:ext uri="{FF2B5EF4-FFF2-40B4-BE49-F238E27FC236}">
                <a16:creationId xmlns:a16="http://schemas.microsoft.com/office/drawing/2014/main" id="{6604E543-37AD-4C95-B65A-DC5580A8F924}"/>
              </a:ext>
            </a:extLst>
          </p:cNvPr>
          <p:cNvSpPr>
            <a:spLocks xmlns:a="http://schemas.openxmlformats.org/drawingml/2006/main" noGrp="1"/>
          </p:cNvSpPr>
          <p:nvPr/>
        </p:nvSpPr>
        <p:spPr>
          <a:xfrm xmlns:a="http://schemas.openxmlformats.org/drawingml/2006/main">
            <a:off x="5391150" y="1457325"/>
            <a:ext cx="895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244257"/>
                </a:solidFill>
              </a:defRPr>
            </a:pPr>
            <a:r>
              <a:rPr sz="975" b="1" i="0">
                <a:solidFill>
                  <a:srgbClr val="244257"/>
                </a:solidFill>
              </a:rPr>
              <a:t>16-30 Jun</a:t>
            </a:r>
          </a:p>
        </p:txBody>
      </p:sp>
      <p:sp>
        <p:nvSpPr>
          <p:cNvPr id="17" name="">
            <a:extLst xmlns:a="http://schemas.openxmlformats.org/drawingml/2006/main">
              <a:ext uri="{FF2B5EF4-FFF2-40B4-BE49-F238E27FC236}">
                <a16:creationId xmlns:a16="http://schemas.microsoft.com/office/drawing/2014/main" id="{86291D9F-4754-4C01-9C40-FDE967D8B298}"/>
              </a:ext>
            </a:extLst>
          </p:cNvPr>
          <p:cNvSpPr>
            <a:spLocks xmlns:a="http://schemas.openxmlformats.org/drawingml/2006/main" noGrp="1"/>
          </p:cNvSpPr>
          <p:nvPr/>
        </p:nvSpPr>
        <p:spPr>
          <a:xfrm xmlns:a="http://schemas.openxmlformats.org/drawingml/2006/main">
            <a:off x="6362700" y="1390650"/>
            <a:ext cx="1047750" cy="304800"/>
          </a:xfrm>
          <a:prstGeom xmlns:a="http://schemas.openxmlformats.org/drawingml/2006/main" prst="rect">
            <a:avLst/>
          </a:prstGeom>
          <a:solidFill xmlns:a="http://schemas.openxmlformats.org/drawingml/2006/main">
            <a:srgbClr val="F3F6F8"/>
          </a:solidFill>
          <a:ln xmlns:a="http://schemas.openxmlformats.org/drawingml/2006/main" w="9525">
            <a:solidFill>
              <a:srgbClr val="D7E1E8"/>
            </a:solidFill>
            <a:prstDash val="solid"/>
          </a:ln>
        </p:spPr>
      </p:sp>
      <p:sp>
        <p:nvSpPr>
          <p:cNvPr id="18" name="">
            <a:extLst xmlns:a="http://schemas.openxmlformats.org/drawingml/2006/main">
              <a:ext uri="{FF2B5EF4-FFF2-40B4-BE49-F238E27FC236}">
                <a16:creationId xmlns:a16="http://schemas.microsoft.com/office/drawing/2014/main" id="{C53CF99E-FE0A-4C97-9E66-F32429670798}"/>
              </a:ext>
            </a:extLst>
          </p:cNvPr>
          <p:cNvSpPr>
            <a:spLocks xmlns:a="http://schemas.openxmlformats.org/drawingml/2006/main" noGrp="1"/>
          </p:cNvSpPr>
          <p:nvPr/>
        </p:nvSpPr>
        <p:spPr>
          <a:xfrm xmlns:a="http://schemas.openxmlformats.org/drawingml/2006/main">
            <a:off x="6438900" y="1457325"/>
            <a:ext cx="895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244257"/>
                </a:solidFill>
              </a:defRPr>
            </a:pPr>
            <a:r>
              <a:rPr sz="975" b="1" i="0">
                <a:solidFill>
                  <a:srgbClr val="244257"/>
                </a:solidFill>
              </a:rPr>
              <a:t>1-15 Jul</a:t>
            </a:r>
          </a:p>
        </p:txBody>
      </p:sp>
      <p:sp>
        <p:nvSpPr>
          <p:cNvPr id="19" name="">
            <a:extLst xmlns:a="http://schemas.openxmlformats.org/drawingml/2006/main">
              <a:ext uri="{FF2B5EF4-FFF2-40B4-BE49-F238E27FC236}">
                <a16:creationId xmlns:a16="http://schemas.microsoft.com/office/drawing/2014/main" id="{786F7DF6-3563-4CD4-9176-4662FF48C1D2}"/>
              </a:ext>
            </a:extLst>
          </p:cNvPr>
          <p:cNvSpPr>
            <a:spLocks xmlns:a="http://schemas.openxmlformats.org/drawingml/2006/main" noGrp="1"/>
          </p:cNvSpPr>
          <p:nvPr/>
        </p:nvSpPr>
        <p:spPr>
          <a:xfrm xmlns:a="http://schemas.openxmlformats.org/drawingml/2006/main">
            <a:off x="7410450" y="1390650"/>
            <a:ext cx="1047750" cy="304800"/>
          </a:xfrm>
          <a:prstGeom xmlns:a="http://schemas.openxmlformats.org/drawingml/2006/main" prst="rect">
            <a:avLst/>
          </a:prstGeom>
          <a:solidFill xmlns:a="http://schemas.openxmlformats.org/drawingml/2006/main">
            <a:srgbClr val="F3F6F8"/>
          </a:solidFill>
          <a:ln xmlns:a="http://schemas.openxmlformats.org/drawingml/2006/main" w="9525">
            <a:solidFill>
              <a:srgbClr val="D7E1E8"/>
            </a:solidFill>
            <a:prstDash val="solid"/>
          </a:ln>
        </p:spPr>
      </p:sp>
      <p:sp>
        <p:nvSpPr>
          <p:cNvPr id="20" name="">
            <a:extLst xmlns:a="http://schemas.openxmlformats.org/drawingml/2006/main">
              <a:ext uri="{FF2B5EF4-FFF2-40B4-BE49-F238E27FC236}">
                <a16:creationId xmlns:a16="http://schemas.microsoft.com/office/drawing/2014/main" id="{BF9E23E1-FF5C-44FF-A309-BD462806ECE4}"/>
              </a:ext>
            </a:extLst>
          </p:cNvPr>
          <p:cNvSpPr>
            <a:spLocks xmlns:a="http://schemas.openxmlformats.org/drawingml/2006/main" noGrp="1"/>
          </p:cNvSpPr>
          <p:nvPr/>
        </p:nvSpPr>
        <p:spPr>
          <a:xfrm xmlns:a="http://schemas.openxmlformats.org/drawingml/2006/main">
            <a:off x="7486650" y="1457325"/>
            <a:ext cx="895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244257"/>
                </a:solidFill>
              </a:defRPr>
            </a:pPr>
            <a:r>
              <a:rPr sz="975" b="1" i="0">
                <a:solidFill>
                  <a:srgbClr val="244257"/>
                </a:solidFill>
              </a:rPr>
              <a:t>16-31 Jul</a:t>
            </a:r>
          </a:p>
        </p:txBody>
      </p:sp>
      <p:sp>
        <p:nvSpPr>
          <p:cNvPr id="21" name="">
            <a:extLst xmlns:a="http://schemas.openxmlformats.org/drawingml/2006/main">
              <a:ext uri="{FF2B5EF4-FFF2-40B4-BE49-F238E27FC236}">
                <a16:creationId xmlns:a16="http://schemas.microsoft.com/office/drawing/2014/main" id="{D2EF7BA1-26CC-4DE2-846C-57A2250CA2B3}"/>
              </a:ext>
            </a:extLst>
          </p:cNvPr>
          <p:cNvSpPr>
            <a:spLocks xmlns:a="http://schemas.openxmlformats.org/drawingml/2006/main" noGrp="1"/>
          </p:cNvSpPr>
          <p:nvPr/>
        </p:nvSpPr>
        <p:spPr>
          <a:xfrm xmlns:a="http://schemas.openxmlformats.org/drawingml/2006/main">
            <a:off x="8458200" y="1390650"/>
            <a:ext cx="1333500" cy="304800"/>
          </a:xfrm>
          <a:prstGeom xmlns:a="http://schemas.openxmlformats.org/drawingml/2006/main" prst="rect">
            <a:avLst/>
          </a:prstGeom>
          <a:solidFill xmlns:a="http://schemas.openxmlformats.org/drawingml/2006/main">
            <a:srgbClr val="123047"/>
          </a:solidFill>
          <a:ln xmlns:a="http://schemas.openxmlformats.org/drawingml/2006/main" w="9525">
            <a:solidFill>
              <a:srgbClr val="D7E1E8"/>
            </a:solidFill>
            <a:prstDash val="solid"/>
          </a:ln>
        </p:spPr>
      </p:sp>
      <p:sp>
        <p:nvSpPr>
          <p:cNvPr id="22" name="">
            <a:extLst xmlns:a="http://schemas.openxmlformats.org/drawingml/2006/main">
              <a:ext uri="{FF2B5EF4-FFF2-40B4-BE49-F238E27FC236}">
                <a16:creationId xmlns:a16="http://schemas.microsoft.com/office/drawing/2014/main" id="{988AD9AC-A544-4D3D-8E98-DFC0CABEB321}"/>
              </a:ext>
            </a:extLst>
          </p:cNvPr>
          <p:cNvSpPr>
            <a:spLocks xmlns:a="http://schemas.openxmlformats.org/drawingml/2006/main" noGrp="1"/>
          </p:cNvSpPr>
          <p:nvPr/>
        </p:nvSpPr>
        <p:spPr>
          <a:xfrm xmlns:a="http://schemas.openxmlformats.org/drawingml/2006/main">
            <a:off x="8534400" y="1457325"/>
            <a:ext cx="1181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FFFFFF"/>
                </a:solidFill>
              </a:defRPr>
            </a:pPr>
            <a:r>
              <a:rPr sz="975" b="1" i="0">
                <a:solidFill>
                  <a:srgbClr val="FFFFFF"/>
                </a:solidFill>
              </a:rPr>
              <a:t>1 Ogos - 9 Sep</a:t>
            </a:r>
          </a:p>
        </p:txBody>
      </p:sp>
      <p:sp>
        <p:nvSpPr>
          <p:cNvPr id="23" name="">
            <a:extLst xmlns:a="http://schemas.openxmlformats.org/drawingml/2006/main">
              <a:ext uri="{FF2B5EF4-FFF2-40B4-BE49-F238E27FC236}">
                <a16:creationId xmlns:a16="http://schemas.microsoft.com/office/drawing/2014/main" id="{F8D99A03-B8AC-4D7C-87A5-107E29E47FAB}"/>
              </a:ext>
            </a:extLst>
          </p:cNvPr>
          <p:cNvSpPr>
            <a:spLocks xmlns:a="http://schemas.openxmlformats.org/drawingml/2006/main" noGrp="1"/>
          </p:cNvSpPr>
          <p:nvPr/>
        </p:nvSpPr>
        <p:spPr>
          <a:xfrm xmlns:a="http://schemas.openxmlformats.org/drawingml/2006/main">
            <a:off x="1809750" y="1933575"/>
            <a:ext cx="1276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i="0">
                <a:solidFill>
                  <a:srgbClr val="123047"/>
                </a:solidFill>
              </a:defRPr>
            </a:pPr>
            <a:r>
              <a:rPr sz="1275" b="1" i="0">
                <a:solidFill>
                  <a:srgbClr val="123047"/>
                </a:solidFill>
              </a:rPr>
              <a:t>Asas sistem</a:t>
            </a:r>
          </a:p>
        </p:txBody>
      </p:sp>
      <p:sp>
        <p:nvSpPr>
          <p:cNvPr id="24" name="">
            <a:extLst xmlns:a="http://schemas.openxmlformats.org/drawingml/2006/main">
              <a:ext uri="{FF2B5EF4-FFF2-40B4-BE49-F238E27FC236}">
                <a16:creationId xmlns:a16="http://schemas.microsoft.com/office/drawing/2014/main" id="{1D341E9C-2900-4D21-80BB-CD80033B650E}"/>
              </a:ext>
            </a:extLst>
          </p:cNvPr>
          <p:cNvSpPr>
            <a:spLocks xmlns:a="http://schemas.openxmlformats.org/drawingml/2006/main" noGrp="1"/>
          </p:cNvSpPr>
          <p:nvPr/>
        </p:nvSpPr>
        <p:spPr>
          <a:xfrm xmlns:a="http://schemas.openxmlformats.org/drawingml/2006/main">
            <a:off x="3219450" y="2257425"/>
            <a:ext cx="6572250" cy="9525"/>
          </a:xfrm>
          <a:prstGeom xmlns:a="http://schemas.openxmlformats.org/drawingml/2006/main" prst="rect">
            <a:avLst/>
          </a:prstGeom>
          <a:solidFill xmlns:a="http://schemas.openxmlformats.org/drawingml/2006/main">
            <a:srgbClr val="EEF2F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649BB53-0DDE-406A-92E4-5591C584FAF3}"/>
              </a:ext>
            </a:extLst>
          </p:cNvPr>
          <p:cNvSpPr>
            <a:spLocks xmlns:a="http://schemas.openxmlformats.org/drawingml/2006/main" noGrp="1"/>
          </p:cNvSpPr>
          <p:nvPr/>
        </p:nvSpPr>
        <p:spPr>
          <a:xfrm xmlns:a="http://schemas.openxmlformats.org/drawingml/2006/main">
            <a:off x="3219450" y="1733550"/>
            <a:ext cx="9525" cy="0"/>
          </a:xfrm>
          <a:prstGeom xmlns:a="http://schemas.openxmlformats.org/drawingml/2006/main" prst="rect">
            <a:avLst/>
          </a:prstGeom>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02977E5-6DE6-4C2D-8B9B-C5385F025BBD}"/>
              </a:ext>
            </a:extLst>
          </p:cNvPr>
          <p:cNvSpPr>
            <a:spLocks xmlns:a="http://schemas.openxmlformats.org/drawingml/2006/main" noGrp="1"/>
          </p:cNvSpPr>
          <p:nvPr/>
        </p:nvSpPr>
        <p:spPr>
          <a:xfrm xmlns:a="http://schemas.openxmlformats.org/drawingml/2006/main">
            <a:off x="4267200" y="1733550"/>
            <a:ext cx="9525" cy="0"/>
          </a:xfrm>
          <a:prstGeom xmlns:a="http://schemas.openxmlformats.org/drawingml/2006/main" prst="rect">
            <a:avLst/>
          </a:prstGeom>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BF61A50-AD53-4168-BFE0-CE1EA2C2230B}"/>
              </a:ext>
            </a:extLst>
          </p:cNvPr>
          <p:cNvSpPr>
            <a:spLocks xmlns:a="http://schemas.openxmlformats.org/drawingml/2006/main" noGrp="1"/>
          </p:cNvSpPr>
          <p:nvPr/>
        </p:nvSpPr>
        <p:spPr>
          <a:xfrm xmlns:a="http://schemas.openxmlformats.org/drawingml/2006/main">
            <a:off x="5314950" y="1733550"/>
            <a:ext cx="9525" cy="0"/>
          </a:xfrm>
          <a:prstGeom xmlns:a="http://schemas.openxmlformats.org/drawingml/2006/main" prst="rect">
            <a:avLst/>
          </a:prstGeom>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82E2070-B67D-48D9-ACC5-272FC0193D77}"/>
              </a:ext>
            </a:extLst>
          </p:cNvPr>
          <p:cNvSpPr>
            <a:spLocks xmlns:a="http://schemas.openxmlformats.org/drawingml/2006/main" noGrp="1"/>
          </p:cNvSpPr>
          <p:nvPr/>
        </p:nvSpPr>
        <p:spPr>
          <a:xfrm xmlns:a="http://schemas.openxmlformats.org/drawingml/2006/main">
            <a:off x="6362700" y="1733550"/>
            <a:ext cx="9525" cy="0"/>
          </a:xfrm>
          <a:prstGeom xmlns:a="http://schemas.openxmlformats.org/drawingml/2006/main" prst="rect">
            <a:avLst/>
          </a:prstGeom>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ED359F9-BB08-4B9C-846B-8253BAC895B3}"/>
              </a:ext>
            </a:extLst>
          </p:cNvPr>
          <p:cNvSpPr>
            <a:spLocks xmlns:a="http://schemas.openxmlformats.org/drawingml/2006/main" noGrp="1"/>
          </p:cNvSpPr>
          <p:nvPr/>
        </p:nvSpPr>
        <p:spPr>
          <a:xfrm xmlns:a="http://schemas.openxmlformats.org/drawingml/2006/main">
            <a:off x="7410450" y="1733550"/>
            <a:ext cx="9525" cy="0"/>
          </a:xfrm>
          <a:prstGeom xmlns:a="http://schemas.openxmlformats.org/drawingml/2006/main" prst="rect">
            <a:avLst/>
          </a:prstGeom>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19A6BE4C-EEF2-439A-AE58-7F0D51E6B50E}"/>
              </a:ext>
            </a:extLst>
          </p:cNvPr>
          <p:cNvSpPr>
            <a:spLocks xmlns:a="http://schemas.openxmlformats.org/drawingml/2006/main" noGrp="1"/>
          </p:cNvSpPr>
          <p:nvPr/>
        </p:nvSpPr>
        <p:spPr>
          <a:xfrm xmlns:a="http://schemas.openxmlformats.org/drawingml/2006/main">
            <a:off x="8458200" y="1733550"/>
            <a:ext cx="9525" cy="0"/>
          </a:xfrm>
          <a:prstGeom xmlns:a="http://schemas.openxmlformats.org/drawingml/2006/main" prst="rect">
            <a:avLst/>
          </a:prstGeom>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00765811-CDE9-4F67-8208-ACAFC5A1442E}"/>
              </a:ext>
            </a:extLst>
          </p:cNvPr>
          <p:cNvSpPr>
            <a:spLocks xmlns:a="http://schemas.openxmlformats.org/drawingml/2006/main" noGrp="1"/>
          </p:cNvSpPr>
          <p:nvPr/>
        </p:nvSpPr>
        <p:spPr>
          <a:xfrm xmlns:a="http://schemas.openxmlformats.org/drawingml/2006/main">
            <a:off x="3295650" y="1866900"/>
            <a:ext cx="1943100" cy="304800"/>
          </a:xfrm>
          <a:prstGeom xmlns:a="http://schemas.openxmlformats.org/drawingml/2006/main" prst="roundRect">
            <a:avLst>
              <a:gd name="adj" fmla="val 50000"/>
            </a:avLst>
          </a:prstGeom>
          <a:solidFill xmlns:a="http://schemas.openxmlformats.org/drawingml/2006/main">
            <a:srgbClr val="DDEAF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C376F2E-DBEE-457B-B356-660F07435474}"/>
              </a:ext>
            </a:extLst>
          </p:cNvPr>
          <p:cNvSpPr>
            <a:spLocks xmlns:a="http://schemas.openxmlformats.org/drawingml/2006/main" noGrp="1"/>
          </p:cNvSpPr>
          <p:nvPr/>
        </p:nvSpPr>
        <p:spPr>
          <a:xfrm xmlns:a="http://schemas.openxmlformats.org/drawingml/2006/main">
            <a:off x="3409950" y="1933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123047"/>
                </a:solidFill>
              </a:defRPr>
            </a:pPr>
            <a:r>
              <a:rPr sz="975" b="1" i="0">
                <a:solidFill>
                  <a:srgbClr val="123047"/>
                </a:solidFill>
              </a:rPr>
              <a:t>Setup stack, DB, role &amp; organisasi</a:t>
            </a:r>
          </a:p>
        </p:txBody>
      </p:sp>
      <p:sp>
        <p:nvSpPr>
          <p:cNvPr id="33" name="">
            <a:extLst xmlns:a="http://schemas.openxmlformats.org/drawingml/2006/main">
              <a:ext uri="{FF2B5EF4-FFF2-40B4-BE49-F238E27FC236}">
                <a16:creationId xmlns:a16="http://schemas.microsoft.com/office/drawing/2014/main" id="{99D9629D-BB41-4FA1-B42A-4191BA6FD92A}"/>
              </a:ext>
            </a:extLst>
          </p:cNvPr>
          <p:cNvSpPr>
            <a:spLocks xmlns:a="http://schemas.openxmlformats.org/drawingml/2006/main" noGrp="1"/>
          </p:cNvSpPr>
          <p:nvPr/>
        </p:nvSpPr>
        <p:spPr>
          <a:xfrm xmlns:a="http://schemas.openxmlformats.org/drawingml/2006/main">
            <a:off x="1809750" y="2447925"/>
            <a:ext cx="1276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i="0">
                <a:solidFill>
                  <a:srgbClr val="123047"/>
                </a:solidFill>
              </a:defRPr>
            </a:pPr>
            <a:r>
              <a:rPr sz="1275" b="1" i="0">
                <a:solidFill>
                  <a:srgbClr val="123047"/>
                </a:solidFill>
              </a:rPr>
              <a:t>Core membership</a:t>
            </a:r>
          </a:p>
        </p:txBody>
      </p:sp>
      <p:sp>
        <p:nvSpPr>
          <p:cNvPr id="34" name="">
            <a:extLst xmlns:a="http://schemas.openxmlformats.org/drawingml/2006/main">
              <a:ext uri="{FF2B5EF4-FFF2-40B4-BE49-F238E27FC236}">
                <a16:creationId xmlns:a16="http://schemas.microsoft.com/office/drawing/2014/main" id="{0251A274-B4D6-4639-832B-A9BF40FBF9CE}"/>
              </a:ext>
            </a:extLst>
          </p:cNvPr>
          <p:cNvSpPr>
            <a:spLocks xmlns:a="http://schemas.openxmlformats.org/drawingml/2006/main" noGrp="1"/>
          </p:cNvSpPr>
          <p:nvPr/>
        </p:nvSpPr>
        <p:spPr>
          <a:xfrm xmlns:a="http://schemas.openxmlformats.org/drawingml/2006/main">
            <a:off x="3219450" y="2771775"/>
            <a:ext cx="6572250" cy="9525"/>
          </a:xfrm>
          <a:prstGeom xmlns:a="http://schemas.openxmlformats.org/drawingml/2006/main" prst="rect">
            <a:avLst/>
          </a:prstGeom>
          <a:solidFill xmlns:a="http://schemas.openxmlformats.org/drawingml/2006/main">
            <a:srgbClr val="EEF2F5"/>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CD690A10-C4FF-40FE-9722-0BD662B67A86}"/>
              </a:ext>
            </a:extLst>
          </p:cNvPr>
          <p:cNvSpPr>
            <a:spLocks xmlns:a="http://schemas.openxmlformats.org/drawingml/2006/main" noGrp="1"/>
          </p:cNvSpPr>
          <p:nvPr/>
        </p:nvSpPr>
        <p:spPr>
          <a:xfrm xmlns:a="http://schemas.openxmlformats.org/drawingml/2006/main">
            <a:off x="3219450" y="2247900"/>
            <a:ext cx="9525" cy="0"/>
          </a:xfrm>
          <a:prstGeom xmlns:a="http://schemas.openxmlformats.org/drawingml/2006/main" prst="rect">
            <a:avLst/>
          </a:prstGeom>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67A690A-BFE9-48F1-AB10-6ABE2A2C2F8B}"/>
              </a:ext>
            </a:extLst>
          </p:cNvPr>
          <p:cNvSpPr>
            <a:spLocks xmlns:a="http://schemas.openxmlformats.org/drawingml/2006/main" noGrp="1"/>
          </p:cNvSpPr>
          <p:nvPr/>
        </p:nvSpPr>
        <p:spPr>
          <a:xfrm xmlns:a="http://schemas.openxmlformats.org/drawingml/2006/main">
            <a:off x="4267200" y="2247900"/>
            <a:ext cx="9525" cy="0"/>
          </a:xfrm>
          <a:prstGeom xmlns:a="http://schemas.openxmlformats.org/drawingml/2006/main" prst="rect">
            <a:avLst/>
          </a:prstGeom>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83C782B0-7531-41AC-AE45-68E2D4848FAB}"/>
              </a:ext>
            </a:extLst>
          </p:cNvPr>
          <p:cNvSpPr>
            <a:spLocks xmlns:a="http://schemas.openxmlformats.org/drawingml/2006/main" noGrp="1"/>
          </p:cNvSpPr>
          <p:nvPr/>
        </p:nvSpPr>
        <p:spPr>
          <a:xfrm xmlns:a="http://schemas.openxmlformats.org/drawingml/2006/main">
            <a:off x="5314950" y="2247900"/>
            <a:ext cx="9525" cy="0"/>
          </a:xfrm>
          <a:prstGeom xmlns:a="http://schemas.openxmlformats.org/drawingml/2006/main" prst="rect">
            <a:avLst/>
          </a:prstGeom>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ED7C0A3E-B024-46D1-89A8-8403ED158104}"/>
              </a:ext>
            </a:extLst>
          </p:cNvPr>
          <p:cNvSpPr>
            <a:spLocks xmlns:a="http://schemas.openxmlformats.org/drawingml/2006/main" noGrp="1"/>
          </p:cNvSpPr>
          <p:nvPr/>
        </p:nvSpPr>
        <p:spPr>
          <a:xfrm xmlns:a="http://schemas.openxmlformats.org/drawingml/2006/main">
            <a:off x="6362700" y="2247900"/>
            <a:ext cx="9525" cy="0"/>
          </a:xfrm>
          <a:prstGeom xmlns:a="http://schemas.openxmlformats.org/drawingml/2006/main" prst="rect">
            <a:avLst/>
          </a:prstGeom>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B22CF011-3B78-4ACA-AD55-E234A59E85A4}"/>
              </a:ext>
            </a:extLst>
          </p:cNvPr>
          <p:cNvSpPr>
            <a:spLocks xmlns:a="http://schemas.openxmlformats.org/drawingml/2006/main" noGrp="1"/>
          </p:cNvSpPr>
          <p:nvPr/>
        </p:nvSpPr>
        <p:spPr>
          <a:xfrm xmlns:a="http://schemas.openxmlformats.org/drawingml/2006/main">
            <a:off x="7410450" y="2247900"/>
            <a:ext cx="9525" cy="0"/>
          </a:xfrm>
          <a:prstGeom xmlns:a="http://schemas.openxmlformats.org/drawingml/2006/main" prst="rect">
            <a:avLst/>
          </a:prstGeom>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EC97821B-AF67-42FE-8AAE-F0200E805178}"/>
              </a:ext>
            </a:extLst>
          </p:cNvPr>
          <p:cNvSpPr>
            <a:spLocks xmlns:a="http://schemas.openxmlformats.org/drawingml/2006/main" noGrp="1"/>
          </p:cNvSpPr>
          <p:nvPr/>
        </p:nvSpPr>
        <p:spPr>
          <a:xfrm xmlns:a="http://schemas.openxmlformats.org/drawingml/2006/main">
            <a:off x="8458200" y="2247900"/>
            <a:ext cx="9525" cy="0"/>
          </a:xfrm>
          <a:prstGeom xmlns:a="http://schemas.openxmlformats.org/drawingml/2006/main" prst="rect">
            <a:avLst/>
          </a:prstGeom>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D562CDC7-1CD8-4D7A-8BE5-2CF61B1E1D73}"/>
              </a:ext>
            </a:extLst>
          </p:cNvPr>
          <p:cNvSpPr>
            <a:spLocks xmlns:a="http://schemas.openxmlformats.org/drawingml/2006/main" noGrp="1"/>
          </p:cNvSpPr>
          <p:nvPr/>
        </p:nvSpPr>
        <p:spPr>
          <a:xfrm xmlns:a="http://schemas.openxmlformats.org/drawingml/2006/main">
            <a:off x="4343400" y="2381250"/>
            <a:ext cx="1943100" cy="304800"/>
          </a:xfrm>
          <a:prstGeom xmlns:a="http://schemas.openxmlformats.org/drawingml/2006/main" prst="roundRect">
            <a:avLst>
              <a:gd name="adj" fmla="val 50000"/>
            </a:avLst>
          </a:prstGeom>
          <a:solidFill xmlns:a="http://schemas.openxmlformats.org/drawingml/2006/main">
            <a:srgbClr val="D9F0ED"/>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BBDD878D-2E56-4B1E-B1B4-0AD51A2D2D4D}"/>
              </a:ext>
            </a:extLst>
          </p:cNvPr>
          <p:cNvSpPr>
            <a:spLocks xmlns:a="http://schemas.openxmlformats.org/drawingml/2006/main" noGrp="1"/>
          </p:cNvSpPr>
          <p:nvPr/>
        </p:nvSpPr>
        <p:spPr>
          <a:xfrm xmlns:a="http://schemas.openxmlformats.org/drawingml/2006/main">
            <a:off x="4457700" y="244792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123047"/>
                </a:solidFill>
              </a:defRPr>
            </a:pPr>
            <a:r>
              <a:rPr sz="975" b="1" i="0">
                <a:solidFill>
                  <a:srgbClr val="123047"/>
                </a:solidFill>
              </a:rPr>
              <a:t>Register, OTP, profile, card, directory</a:t>
            </a:r>
          </a:p>
        </p:txBody>
      </p:sp>
      <p:sp>
        <p:nvSpPr>
          <p:cNvPr id="43" name="">
            <a:extLst xmlns:a="http://schemas.openxmlformats.org/drawingml/2006/main">
              <a:ext uri="{FF2B5EF4-FFF2-40B4-BE49-F238E27FC236}">
                <a16:creationId xmlns:a16="http://schemas.microsoft.com/office/drawing/2014/main" id="{5E065C13-E9E8-4002-91D8-7781C914F31C}"/>
              </a:ext>
            </a:extLst>
          </p:cNvPr>
          <p:cNvSpPr>
            <a:spLocks xmlns:a="http://schemas.openxmlformats.org/drawingml/2006/main" noGrp="1"/>
          </p:cNvSpPr>
          <p:nvPr/>
        </p:nvSpPr>
        <p:spPr>
          <a:xfrm xmlns:a="http://schemas.openxmlformats.org/drawingml/2006/main">
            <a:off x="1809750" y="2962275"/>
            <a:ext cx="1276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i="0">
                <a:solidFill>
                  <a:srgbClr val="123047"/>
                </a:solidFill>
              </a:defRPr>
            </a:pPr>
            <a:r>
              <a:rPr sz="1275" b="1" i="0">
                <a:solidFill>
                  <a:srgbClr val="123047"/>
                </a:solidFill>
              </a:rPr>
              <a:t>Member modules</a:t>
            </a:r>
          </a:p>
        </p:txBody>
      </p:sp>
      <p:sp>
        <p:nvSpPr>
          <p:cNvPr id="44" name="">
            <a:extLst xmlns:a="http://schemas.openxmlformats.org/drawingml/2006/main">
              <a:ext uri="{FF2B5EF4-FFF2-40B4-BE49-F238E27FC236}">
                <a16:creationId xmlns:a16="http://schemas.microsoft.com/office/drawing/2014/main" id="{B4BD1894-B79F-420B-A7EC-AA958226E437}"/>
              </a:ext>
            </a:extLst>
          </p:cNvPr>
          <p:cNvSpPr>
            <a:spLocks xmlns:a="http://schemas.openxmlformats.org/drawingml/2006/main" noGrp="1"/>
          </p:cNvSpPr>
          <p:nvPr/>
        </p:nvSpPr>
        <p:spPr>
          <a:xfrm xmlns:a="http://schemas.openxmlformats.org/drawingml/2006/main">
            <a:off x="3219450" y="3286125"/>
            <a:ext cx="6572250" cy="9525"/>
          </a:xfrm>
          <a:prstGeom xmlns:a="http://schemas.openxmlformats.org/drawingml/2006/main" prst="rect">
            <a:avLst/>
          </a:prstGeom>
          <a:solidFill xmlns:a="http://schemas.openxmlformats.org/drawingml/2006/main">
            <a:srgbClr val="EEF2F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CA11C91-CD4C-4F55-8CAC-AAF859AC3DB0}"/>
              </a:ext>
            </a:extLst>
          </p:cNvPr>
          <p:cNvSpPr>
            <a:spLocks xmlns:a="http://schemas.openxmlformats.org/drawingml/2006/main" noGrp="1"/>
          </p:cNvSpPr>
          <p:nvPr/>
        </p:nvSpPr>
        <p:spPr>
          <a:xfrm xmlns:a="http://schemas.openxmlformats.org/drawingml/2006/main">
            <a:off x="3219450" y="2762250"/>
            <a:ext cx="9525" cy="0"/>
          </a:xfrm>
          <a:prstGeom xmlns:a="http://schemas.openxmlformats.org/drawingml/2006/main" prst="rect">
            <a:avLst/>
          </a:prstGeom>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485843F1-0C12-4A7C-B741-7B2C22D45419}"/>
              </a:ext>
            </a:extLst>
          </p:cNvPr>
          <p:cNvSpPr>
            <a:spLocks xmlns:a="http://schemas.openxmlformats.org/drawingml/2006/main" noGrp="1"/>
          </p:cNvSpPr>
          <p:nvPr/>
        </p:nvSpPr>
        <p:spPr>
          <a:xfrm xmlns:a="http://schemas.openxmlformats.org/drawingml/2006/main">
            <a:off x="4267200" y="2762250"/>
            <a:ext cx="9525" cy="0"/>
          </a:xfrm>
          <a:prstGeom xmlns:a="http://schemas.openxmlformats.org/drawingml/2006/main" prst="rect">
            <a:avLst/>
          </a:prstGeom>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4B0D12BB-4A41-4514-94B1-C59C7EEA68AC}"/>
              </a:ext>
            </a:extLst>
          </p:cNvPr>
          <p:cNvSpPr>
            <a:spLocks xmlns:a="http://schemas.openxmlformats.org/drawingml/2006/main" noGrp="1"/>
          </p:cNvSpPr>
          <p:nvPr/>
        </p:nvSpPr>
        <p:spPr>
          <a:xfrm xmlns:a="http://schemas.openxmlformats.org/drawingml/2006/main">
            <a:off x="5314950" y="2762250"/>
            <a:ext cx="9525" cy="0"/>
          </a:xfrm>
          <a:prstGeom xmlns:a="http://schemas.openxmlformats.org/drawingml/2006/main" prst="rect">
            <a:avLst/>
          </a:prstGeom>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F8974EA1-C260-4A4A-A5C0-764AF3DBB0C0}"/>
              </a:ext>
            </a:extLst>
          </p:cNvPr>
          <p:cNvSpPr>
            <a:spLocks xmlns:a="http://schemas.openxmlformats.org/drawingml/2006/main" noGrp="1"/>
          </p:cNvSpPr>
          <p:nvPr/>
        </p:nvSpPr>
        <p:spPr>
          <a:xfrm xmlns:a="http://schemas.openxmlformats.org/drawingml/2006/main">
            <a:off x="6362700" y="2762250"/>
            <a:ext cx="9525" cy="0"/>
          </a:xfrm>
          <a:prstGeom xmlns:a="http://schemas.openxmlformats.org/drawingml/2006/main" prst="rect">
            <a:avLst/>
          </a:prstGeom>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4D4DD7A3-CF5A-4E63-99F9-18F0EBCC65F0}"/>
              </a:ext>
            </a:extLst>
          </p:cNvPr>
          <p:cNvSpPr>
            <a:spLocks xmlns:a="http://schemas.openxmlformats.org/drawingml/2006/main" noGrp="1"/>
          </p:cNvSpPr>
          <p:nvPr/>
        </p:nvSpPr>
        <p:spPr>
          <a:xfrm xmlns:a="http://schemas.openxmlformats.org/drawingml/2006/main">
            <a:off x="7410450" y="2762250"/>
            <a:ext cx="9525" cy="0"/>
          </a:xfrm>
          <a:prstGeom xmlns:a="http://schemas.openxmlformats.org/drawingml/2006/main" prst="rect">
            <a:avLst/>
          </a:prstGeom>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51EC3244-AD66-4439-BF41-C5500AC4C666}"/>
              </a:ext>
            </a:extLst>
          </p:cNvPr>
          <p:cNvSpPr>
            <a:spLocks xmlns:a="http://schemas.openxmlformats.org/drawingml/2006/main" noGrp="1"/>
          </p:cNvSpPr>
          <p:nvPr/>
        </p:nvSpPr>
        <p:spPr>
          <a:xfrm xmlns:a="http://schemas.openxmlformats.org/drawingml/2006/main">
            <a:off x="8458200" y="2762250"/>
            <a:ext cx="9525" cy="0"/>
          </a:xfrm>
          <a:prstGeom xmlns:a="http://schemas.openxmlformats.org/drawingml/2006/main" prst="rect">
            <a:avLst/>
          </a:prstGeom>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193475F6-9EE7-4F26-A7B9-CC35C4A88B2F}"/>
              </a:ext>
            </a:extLst>
          </p:cNvPr>
          <p:cNvSpPr>
            <a:spLocks xmlns:a="http://schemas.openxmlformats.org/drawingml/2006/main" noGrp="1"/>
          </p:cNvSpPr>
          <p:nvPr/>
        </p:nvSpPr>
        <p:spPr>
          <a:xfrm xmlns:a="http://schemas.openxmlformats.org/drawingml/2006/main">
            <a:off x="5391150" y="2895600"/>
            <a:ext cx="1943100" cy="304800"/>
          </a:xfrm>
          <a:prstGeom xmlns:a="http://schemas.openxmlformats.org/drawingml/2006/main" prst="roundRect">
            <a:avLst>
              <a:gd name="adj" fmla="val 50000"/>
            </a:avLst>
          </a:prstGeom>
          <a:solidFill xmlns:a="http://schemas.openxmlformats.org/drawingml/2006/main">
            <a:srgbClr val="F6E8D4"/>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6AC3774E-DFB3-46BA-BE8A-CA3576DD7647}"/>
              </a:ext>
            </a:extLst>
          </p:cNvPr>
          <p:cNvSpPr>
            <a:spLocks xmlns:a="http://schemas.openxmlformats.org/drawingml/2006/main" noGrp="1"/>
          </p:cNvSpPr>
          <p:nvPr/>
        </p:nvSpPr>
        <p:spPr>
          <a:xfrm xmlns:a="http://schemas.openxmlformats.org/drawingml/2006/main">
            <a:off x="5505450" y="29622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123047"/>
                </a:solidFill>
              </a:defRPr>
            </a:pPr>
            <a:r>
              <a:rPr sz="975" b="1" i="0">
                <a:solidFill>
                  <a:srgbClr val="123047"/>
                </a:solidFill>
              </a:rPr>
              <a:t>Announcements, library, events, usrah, infaq</a:t>
            </a:r>
          </a:p>
        </p:txBody>
      </p:sp>
      <p:sp>
        <p:nvSpPr>
          <p:cNvPr id="53" name="">
            <a:extLst xmlns:a="http://schemas.openxmlformats.org/drawingml/2006/main">
              <a:ext uri="{FF2B5EF4-FFF2-40B4-BE49-F238E27FC236}">
                <a16:creationId xmlns:a16="http://schemas.microsoft.com/office/drawing/2014/main" id="{B9CEDB3C-E080-4AC8-BE4D-7A82E34CE2B0}"/>
              </a:ext>
            </a:extLst>
          </p:cNvPr>
          <p:cNvSpPr>
            <a:spLocks xmlns:a="http://schemas.openxmlformats.org/drawingml/2006/main" noGrp="1"/>
          </p:cNvSpPr>
          <p:nvPr/>
        </p:nvSpPr>
        <p:spPr>
          <a:xfrm xmlns:a="http://schemas.openxmlformats.org/drawingml/2006/main">
            <a:off x="1809750" y="3476625"/>
            <a:ext cx="1276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i="0">
                <a:solidFill>
                  <a:srgbClr val="123047"/>
                </a:solidFill>
              </a:defRPr>
            </a:pPr>
            <a:r>
              <a:rPr sz="1275" b="1" i="0">
                <a:solidFill>
                  <a:srgbClr val="123047"/>
                </a:solidFill>
              </a:rPr>
              <a:t>Commerce &amp; engagement</a:t>
            </a:r>
          </a:p>
        </p:txBody>
      </p:sp>
      <p:sp>
        <p:nvSpPr>
          <p:cNvPr id="54" name="">
            <a:extLst xmlns:a="http://schemas.openxmlformats.org/drawingml/2006/main">
              <a:ext uri="{FF2B5EF4-FFF2-40B4-BE49-F238E27FC236}">
                <a16:creationId xmlns:a16="http://schemas.microsoft.com/office/drawing/2014/main" id="{E25AB058-AF12-4CCA-85C8-24DB8FAC5D9C}"/>
              </a:ext>
            </a:extLst>
          </p:cNvPr>
          <p:cNvSpPr>
            <a:spLocks xmlns:a="http://schemas.openxmlformats.org/drawingml/2006/main" noGrp="1"/>
          </p:cNvSpPr>
          <p:nvPr/>
        </p:nvSpPr>
        <p:spPr>
          <a:xfrm xmlns:a="http://schemas.openxmlformats.org/drawingml/2006/main">
            <a:off x="3219450" y="3800475"/>
            <a:ext cx="6572250" cy="9525"/>
          </a:xfrm>
          <a:prstGeom xmlns:a="http://schemas.openxmlformats.org/drawingml/2006/main" prst="rect">
            <a:avLst/>
          </a:prstGeom>
          <a:solidFill xmlns:a="http://schemas.openxmlformats.org/drawingml/2006/main">
            <a:srgbClr val="EEF2F5"/>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01929FC8-5F43-4750-9973-CE5069B5056A}"/>
              </a:ext>
            </a:extLst>
          </p:cNvPr>
          <p:cNvSpPr>
            <a:spLocks xmlns:a="http://schemas.openxmlformats.org/drawingml/2006/main" noGrp="1"/>
          </p:cNvSpPr>
          <p:nvPr/>
        </p:nvSpPr>
        <p:spPr>
          <a:xfrm xmlns:a="http://schemas.openxmlformats.org/drawingml/2006/main">
            <a:off x="3219450" y="3276600"/>
            <a:ext cx="9525" cy="0"/>
          </a:xfrm>
          <a:prstGeom xmlns:a="http://schemas.openxmlformats.org/drawingml/2006/main" prst="rect">
            <a:avLst/>
          </a:prstGeom>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B570E990-4D55-440B-AED4-74736CA7000F}"/>
              </a:ext>
            </a:extLst>
          </p:cNvPr>
          <p:cNvSpPr>
            <a:spLocks xmlns:a="http://schemas.openxmlformats.org/drawingml/2006/main" noGrp="1"/>
          </p:cNvSpPr>
          <p:nvPr/>
        </p:nvSpPr>
        <p:spPr>
          <a:xfrm xmlns:a="http://schemas.openxmlformats.org/drawingml/2006/main">
            <a:off x="4267200" y="3276600"/>
            <a:ext cx="9525" cy="0"/>
          </a:xfrm>
          <a:prstGeom xmlns:a="http://schemas.openxmlformats.org/drawingml/2006/main" prst="rect">
            <a:avLst/>
          </a:prstGeom>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E7D56A12-2449-4C7E-A664-1F1ABA9EE6E9}"/>
              </a:ext>
            </a:extLst>
          </p:cNvPr>
          <p:cNvSpPr>
            <a:spLocks xmlns:a="http://schemas.openxmlformats.org/drawingml/2006/main" noGrp="1"/>
          </p:cNvSpPr>
          <p:nvPr/>
        </p:nvSpPr>
        <p:spPr>
          <a:xfrm xmlns:a="http://schemas.openxmlformats.org/drawingml/2006/main">
            <a:off x="5314950" y="3276600"/>
            <a:ext cx="9525" cy="0"/>
          </a:xfrm>
          <a:prstGeom xmlns:a="http://schemas.openxmlformats.org/drawingml/2006/main" prst="rect">
            <a:avLst/>
          </a:prstGeom>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3A6D1268-0E85-40BF-BA9F-81980A71F5ED}"/>
              </a:ext>
            </a:extLst>
          </p:cNvPr>
          <p:cNvSpPr>
            <a:spLocks xmlns:a="http://schemas.openxmlformats.org/drawingml/2006/main" noGrp="1"/>
          </p:cNvSpPr>
          <p:nvPr/>
        </p:nvSpPr>
        <p:spPr>
          <a:xfrm xmlns:a="http://schemas.openxmlformats.org/drawingml/2006/main">
            <a:off x="6362700" y="3276600"/>
            <a:ext cx="9525" cy="0"/>
          </a:xfrm>
          <a:prstGeom xmlns:a="http://schemas.openxmlformats.org/drawingml/2006/main" prst="rect">
            <a:avLst/>
          </a:prstGeom>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4FC23262-E5E2-41BB-8F56-EA75AB5EB871}"/>
              </a:ext>
            </a:extLst>
          </p:cNvPr>
          <p:cNvSpPr>
            <a:spLocks xmlns:a="http://schemas.openxmlformats.org/drawingml/2006/main" noGrp="1"/>
          </p:cNvSpPr>
          <p:nvPr/>
        </p:nvSpPr>
        <p:spPr>
          <a:xfrm xmlns:a="http://schemas.openxmlformats.org/drawingml/2006/main">
            <a:off x="7410450" y="3276600"/>
            <a:ext cx="9525" cy="0"/>
          </a:xfrm>
          <a:prstGeom xmlns:a="http://schemas.openxmlformats.org/drawingml/2006/main" prst="rect">
            <a:avLst/>
          </a:prstGeom>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E46A2175-18CF-4404-A6C3-D092714F72BA}"/>
              </a:ext>
            </a:extLst>
          </p:cNvPr>
          <p:cNvSpPr>
            <a:spLocks xmlns:a="http://schemas.openxmlformats.org/drawingml/2006/main" noGrp="1"/>
          </p:cNvSpPr>
          <p:nvPr/>
        </p:nvSpPr>
        <p:spPr>
          <a:xfrm xmlns:a="http://schemas.openxmlformats.org/drawingml/2006/main">
            <a:off x="8458200" y="3276600"/>
            <a:ext cx="9525" cy="0"/>
          </a:xfrm>
          <a:prstGeom xmlns:a="http://schemas.openxmlformats.org/drawingml/2006/main" prst="rect">
            <a:avLst/>
          </a:prstGeom>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A14EFF1B-560D-4E18-8A18-BBC6D4554515}"/>
              </a:ext>
            </a:extLst>
          </p:cNvPr>
          <p:cNvSpPr>
            <a:spLocks xmlns:a="http://schemas.openxmlformats.org/drawingml/2006/main" noGrp="1"/>
          </p:cNvSpPr>
          <p:nvPr/>
        </p:nvSpPr>
        <p:spPr>
          <a:xfrm xmlns:a="http://schemas.openxmlformats.org/drawingml/2006/main">
            <a:off x="6438900" y="3409950"/>
            <a:ext cx="895350" cy="304800"/>
          </a:xfrm>
          <a:prstGeom xmlns:a="http://schemas.openxmlformats.org/drawingml/2006/main" prst="roundRect">
            <a:avLst>
              <a:gd name="adj" fmla="val 50000"/>
            </a:avLst>
          </a:prstGeom>
          <a:solidFill xmlns:a="http://schemas.openxmlformats.org/drawingml/2006/main">
            <a:srgbClr val="F6E3DD"/>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E900379A-AEA5-4102-80F4-B070952317DF}"/>
              </a:ext>
            </a:extLst>
          </p:cNvPr>
          <p:cNvSpPr>
            <a:spLocks xmlns:a="http://schemas.openxmlformats.org/drawingml/2006/main" noGrp="1"/>
          </p:cNvSpPr>
          <p:nvPr/>
        </p:nvSpPr>
        <p:spPr>
          <a:xfrm xmlns:a="http://schemas.openxmlformats.org/drawingml/2006/main">
            <a:off x="6553200" y="34766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123047"/>
                </a:solidFill>
              </a:defRPr>
            </a:pPr>
            <a:r>
              <a:rPr sz="975" b="1" i="0">
                <a:solidFill>
                  <a:srgbClr val="123047"/>
                </a:solidFill>
              </a:rPr>
              <a:t>Products, referral, polls, video, popup</a:t>
            </a:r>
          </a:p>
        </p:txBody>
      </p:sp>
      <p:sp>
        <p:nvSpPr>
          <p:cNvPr id="63" name="">
            <a:extLst xmlns:a="http://schemas.openxmlformats.org/drawingml/2006/main">
              <a:ext uri="{FF2B5EF4-FFF2-40B4-BE49-F238E27FC236}">
                <a16:creationId xmlns:a16="http://schemas.microsoft.com/office/drawing/2014/main" id="{57BB811D-8DFC-4047-A1C9-9D28B2C3F331}"/>
              </a:ext>
            </a:extLst>
          </p:cNvPr>
          <p:cNvSpPr>
            <a:spLocks xmlns:a="http://schemas.openxmlformats.org/drawingml/2006/main" noGrp="1"/>
          </p:cNvSpPr>
          <p:nvPr/>
        </p:nvSpPr>
        <p:spPr>
          <a:xfrm xmlns:a="http://schemas.openxmlformats.org/drawingml/2006/main">
            <a:off x="1809750" y="3990975"/>
            <a:ext cx="1276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i="0">
                <a:solidFill>
                  <a:srgbClr val="123047"/>
                </a:solidFill>
              </a:defRPr>
            </a:pPr>
            <a:r>
              <a:rPr sz="1275" b="1" i="0">
                <a:solidFill>
                  <a:srgbClr val="123047"/>
                </a:solidFill>
              </a:rPr>
              <a:t>Admin &amp; finance</a:t>
            </a:r>
          </a:p>
        </p:txBody>
      </p:sp>
      <p:sp>
        <p:nvSpPr>
          <p:cNvPr id="64" name="">
            <a:extLst xmlns:a="http://schemas.openxmlformats.org/drawingml/2006/main">
              <a:ext uri="{FF2B5EF4-FFF2-40B4-BE49-F238E27FC236}">
                <a16:creationId xmlns:a16="http://schemas.microsoft.com/office/drawing/2014/main" id="{517BE699-2D5D-4D5B-BB72-A7B945D95FF5}"/>
              </a:ext>
            </a:extLst>
          </p:cNvPr>
          <p:cNvSpPr>
            <a:spLocks xmlns:a="http://schemas.openxmlformats.org/drawingml/2006/main" noGrp="1"/>
          </p:cNvSpPr>
          <p:nvPr/>
        </p:nvSpPr>
        <p:spPr>
          <a:xfrm xmlns:a="http://schemas.openxmlformats.org/drawingml/2006/main">
            <a:off x="3219450" y="4314825"/>
            <a:ext cx="6572250" cy="9525"/>
          </a:xfrm>
          <a:prstGeom xmlns:a="http://schemas.openxmlformats.org/drawingml/2006/main" prst="rect">
            <a:avLst/>
          </a:prstGeom>
          <a:solidFill xmlns:a="http://schemas.openxmlformats.org/drawingml/2006/main">
            <a:srgbClr val="EEF2F5"/>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2B41D939-664C-4ABB-A77C-A5765B963708}"/>
              </a:ext>
            </a:extLst>
          </p:cNvPr>
          <p:cNvSpPr>
            <a:spLocks xmlns:a="http://schemas.openxmlformats.org/drawingml/2006/main" noGrp="1"/>
          </p:cNvSpPr>
          <p:nvPr/>
        </p:nvSpPr>
        <p:spPr>
          <a:xfrm xmlns:a="http://schemas.openxmlformats.org/drawingml/2006/main">
            <a:off x="3219450" y="3790950"/>
            <a:ext cx="9525" cy="0"/>
          </a:xfrm>
          <a:prstGeom xmlns:a="http://schemas.openxmlformats.org/drawingml/2006/main" prst="rect">
            <a:avLst/>
          </a:prstGeom>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8DEFE806-F0C0-42DA-801C-AA7F8C568A20}"/>
              </a:ext>
            </a:extLst>
          </p:cNvPr>
          <p:cNvSpPr>
            <a:spLocks xmlns:a="http://schemas.openxmlformats.org/drawingml/2006/main" noGrp="1"/>
          </p:cNvSpPr>
          <p:nvPr/>
        </p:nvSpPr>
        <p:spPr>
          <a:xfrm xmlns:a="http://schemas.openxmlformats.org/drawingml/2006/main">
            <a:off x="4267200" y="3790950"/>
            <a:ext cx="9525" cy="0"/>
          </a:xfrm>
          <a:prstGeom xmlns:a="http://schemas.openxmlformats.org/drawingml/2006/main" prst="rect">
            <a:avLst/>
          </a:prstGeom>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6E5EC873-B346-486B-A0F6-E33351A279E1}"/>
              </a:ext>
            </a:extLst>
          </p:cNvPr>
          <p:cNvSpPr>
            <a:spLocks xmlns:a="http://schemas.openxmlformats.org/drawingml/2006/main" noGrp="1"/>
          </p:cNvSpPr>
          <p:nvPr/>
        </p:nvSpPr>
        <p:spPr>
          <a:xfrm xmlns:a="http://schemas.openxmlformats.org/drawingml/2006/main">
            <a:off x="5314950" y="3790950"/>
            <a:ext cx="9525" cy="0"/>
          </a:xfrm>
          <a:prstGeom xmlns:a="http://schemas.openxmlformats.org/drawingml/2006/main" prst="rect">
            <a:avLst/>
          </a:prstGeom>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87E2B5F6-F8C7-4BB6-B620-FBFCA016DCFA}"/>
              </a:ext>
            </a:extLst>
          </p:cNvPr>
          <p:cNvSpPr>
            <a:spLocks xmlns:a="http://schemas.openxmlformats.org/drawingml/2006/main" noGrp="1"/>
          </p:cNvSpPr>
          <p:nvPr/>
        </p:nvSpPr>
        <p:spPr>
          <a:xfrm xmlns:a="http://schemas.openxmlformats.org/drawingml/2006/main">
            <a:off x="6362700" y="3790950"/>
            <a:ext cx="9525" cy="0"/>
          </a:xfrm>
          <a:prstGeom xmlns:a="http://schemas.openxmlformats.org/drawingml/2006/main" prst="rect">
            <a:avLst/>
          </a:prstGeom>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3564443F-64F4-469A-BF7F-5D264A3DF94A}"/>
              </a:ext>
            </a:extLst>
          </p:cNvPr>
          <p:cNvSpPr>
            <a:spLocks xmlns:a="http://schemas.openxmlformats.org/drawingml/2006/main" noGrp="1"/>
          </p:cNvSpPr>
          <p:nvPr/>
        </p:nvSpPr>
        <p:spPr>
          <a:xfrm xmlns:a="http://schemas.openxmlformats.org/drawingml/2006/main">
            <a:off x="7410450" y="3790950"/>
            <a:ext cx="9525" cy="0"/>
          </a:xfrm>
          <a:prstGeom xmlns:a="http://schemas.openxmlformats.org/drawingml/2006/main" prst="rect">
            <a:avLst/>
          </a:prstGeom>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B40F487C-943E-4BE5-9F10-D5EDB1A4E7D7}"/>
              </a:ext>
            </a:extLst>
          </p:cNvPr>
          <p:cNvSpPr>
            <a:spLocks xmlns:a="http://schemas.openxmlformats.org/drawingml/2006/main" noGrp="1"/>
          </p:cNvSpPr>
          <p:nvPr/>
        </p:nvSpPr>
        <p:spPr>
          <a:xfrm xmlns:a="http://schemas.openxmlformats.org/drawingml/2006/main">
            <a:off x="8458200" y="3790950"/>
            <a:ext cx="9525" cy="0"/>
          </a:xfrm>
          <a:prstGeom xmlns:a="http://schemas.openxmlformats.org/drawingml/2006/main" prst="rect">
            <a:avLst/>
          </a:prstGeom>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6D793E45-6B15-487A-8FBF-EBB1C1FA3722}"/>
              </a:ext>
            </a:extLst>
          </p:cNvPr>
          <p:cNvSpPr>
            <a:spLocks xmlns:a="http://schemas.openxmlformats.org/drawingml/2006/main" noGrp="1"/>
          </p:cNvSpPr>
          <p:nvPr/>
        </p:nvSpPr>
        <p:spPr>
          <a:xfrm xmlns:a="http://schemas.openxmlformats.org/drawingml/2006/main">
            <a:off x="6438900" y="3924300"/>
            <a:ext cx="1943100" cy="304800"/>
          </a:xfrm>
          <a:prstGeom xmlns:a="http://schemas.openxmlformats.org/drawingml/2006/main" prst="roundRect">
            <a:avLst>
              <a:gd name="adj" fmla="val 50000"/>
            </a:avLst>
          </a:prstGeom>
          <a:solidFill xmlns:a="http://schemas.openxmlformats.org/drawingml/2006/main">
            <a:srgbClr val="DDEAF2"/>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B7A3E0F9-381E-41FA-95C3-23B5749CC6F2}"/>
              </a:ext>
            </a:extLst>
          </p:cNvPr>
          <p:cNvSpPr>
            <a:spLocks xmlns:a="http://schemas.openxmlformats.org/drawingml/2006/main" noGrp="1"/>
          </p:cNvSpPr>
          <p:nvPr/>
        </p:nvSpPr>
        <p:spPr>
          <a:xfrm xmlns:a="http://schemas.openxmlformats.org/drawingml/2006/main">
            <a:off x="6553200" y="39909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123047"/>
                </a:solidFill>
              </a:defRPr>
            </a:pPr>
            <a:r>
              <a:rPr sz="975" b="1" i="0">
                <a:solidFill>
                  <a:srgbClr val="123047"/>
                </a:solidFill>
              </a:rPr>
              <a:t>Import ahli, yuran, laporan, dashboard</a:t>
            </a:r>
          </a:p>
        </p:txBody>
      </p:sp>
      <p:sp>
        <p:nvSpPr>
          <p:cNvPr id="73" name="">
            <a:extLst xmlns:a="http://schemas.openxmlformats.org/drawingml/2006/main">
              <a:ext uri="{FF2B5EF4-FFF2-40B4-BE49-F238E27FC236}">
                <a16:creationId xmlns:a16="http://schemas.microsoft.com/office/drawing/2014/main" id="{DA3E23BC-952F-4962-A51D-90701C40801D}"/>
              </a:ext>
            </a:extLst>
          </p:cNvPr>
          <p:cNvSpPr>
            <a:spLocks xmlns:a="http://schemas.openxmlformats.org/drawingml/2006/main" noGrp="1"/>
          </p:cNvSpPr>
          <p:nvPr/>
        </p:nvSpPr>
        <p:spPr>
          <a:xfrm xmlns:a="http://schemas.openxmlformats.org/drawingml/2006/main">
            <a:off x="1809750" y="4505325"/>
            <a:ext cx="1276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i="0">
                <a:solidFill>
                  <a:srgbClr val="123047"/>
                </a:solidFill>
              </a:defRPr>
            </a:pPr>
            <a:r>
              <a:rPr sz="1275" b="1" i="0">
                <a:solidFill>
                  <a:srgbClr val="123047"/>
                </a:solidFill>
              </a:rPr>
              <a:t>Finalisation web</a:t>
            </a:r>
          </a:p>
        </p:txBody>
      </p:sp>
      <p:sp>
        <p:nvSpPr>
          <p:cNvPr id="74" name="">
            <a:extLst xmlns:a="http://schemas.openxmlformats.org/drawingml/2006/main">
              <a:ext uri="{FF2B5EF4-FFF2-40B4-BE49-F238E27FC236}">
                <a16:creationId xmlns:a16="http://schemas.microsoft.com/office/drawing/2014/main" id="{7895981C-ADCD-49B2-A6E5-00D8ABA22825}"/>
              </a:ext>
            </a:extLst>
          </p:cNvPr>
          <p:cNvSpPr>
            <a:spLocks xmlns:a="http://schemas.openxmlformats.org/drawingml/2006/main" noGrp="1"/>
          </p:cNvSpPr>
          <p:nvPr/>
        </p:nvSpPr>
        <p:spPr>
          <a:xfrm xmlns:a="http://schemas.openxmlformats.org/drawingml/2006/main">
            <a:off x="3219450" y="4829175"/>
            <a:ext cx="6572250" cy="9525"/>
          </a:xfrm>
          <a:prstGeom xmlns:a="http://schemas.openxmlformats.org/drawingml/2006/main" prst="rect">
            <a:avLst/>
          </a:prstGeom>
          <a:solidFill xmlns:a="http://schemas.openxmlformats.org/drawingml/2006/main">
            <a:srgbClr val="EEF2F5"/>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89F608AB-463A-4556-9004-E1AD80298541}"/>
              </a:ext>
            </a:extLst>
          </p:cNvPr>
          <p:cNvSpPr>
            <a:spLocks xmlns:a="http://schemas.openxmlformats.org/drawingml/2006/main" noGrp="1"/>
          </p:cNvSpPr>
          <p:nvPr/>
        </p:nvSpPr>
        <p:spPr>
          <a:xfrm xmlns:a="http://schemas.openxmlformats.org/drawingml/2006/main">
            <a:off x="3219450" y="4305300"/>
            <a:ext cx="9525" cy="0"/>
          </a:xfrm>
          <a:prstGeom xmlns:a="http://schemas.openxmlformats.org/drawingml/2006/main" prst="rect">
            <a:avLst/>
          </a:prstGeom>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206BA869-F4F1-4A81-BDDB-864E4C43C144}"/>
              </a:ext>
            </a:extLst>
          </p:cNvPr>
          <p:cNvSpPr>
            <a:spLocks xmlns:a="http://schemas.openxmlformats.org/drawingml/2006/main" noGrp="1"/>
          </p:cNvSpPr>
          <p:nvPr/>
        </p:nvSpPr>
        <p:spPr>
          <a:xfrm xmlns:a="http://schemas.openxmlformats.org/drawingml/2006/main">
            <a:off x="4267200" y="4305300"/>
            <a:ext cx="9525" cy="0"/>
          </a:xfrm>
          <a:prstGeom xmlns:a="http://schemas.openxmlformats.org/drawingml/2006/main" prst="rect">
            <a:avLst/>
          </a:prstGeom>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94165C91-03D9-406B-A033-21C880F6692A}"/>
              </a:ext>
            </a:extLst>
          </p:cNvPr>
          <p:cNvSpPr>
            <a:spLocks xmlns:a="http://schemas.openxmlformats.org/drawingml/2006/main" noGrp="1"/>
          </p:cNvSpPr>
          <p:nvPr/>
        </p:nvSpPr>
        <p:spPr>
          <a:xfrm xmlns:a="http://schemas.openxmlformats.org/drawingml/2006/main">
            <a:off x="5314950" y="4305300"/>
            <a:ext cx="9525" cy="0"/>
          </a:xfrm>
          <a:prstGeom xmlns:a="http://schemas.openxmlformats.org/drawingml/2006/main" prst="rect">
            <a:avLst/>
          </a:prstGeom>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6C3A9A21-4E8C-4853-B459-D10570FB11D0}"/>
              </a:ext>
            </a:extLst>
          </p:cNvPr>
          <p:cNvSpPr>
            <a:spLocks xmlns:a="http://schemas.openxmlformats.org/drawingml/2006/main" noGrp="1"/>
          </p:cNvSpPr>
          <p:nvPr/>
        </p:nvSpPr>
        <p:spPr>
          <a:xfrm xmlns:a="http://schemas.openxmlformats.org/drawingml/2006/main">
            <a:off x="6362700" y="4305300"/>
            <a:ext cx="9525" cy="0"/>
          </a:xfrm>
          <a:prstGeom xmlns:a="http://schemas.openxmlformats.org/drawingml/2006/main" prst="rect">
            <a:avLst/>
          </a:prstGeom>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53561E8A-F446-4030-8592-4730612A97ED}"/>
              </a:ext>
            </a:extLst>
          </p:cNvPr>
          <p:cNvSpPr>
            <a:spLocks xmlns:a="http://schemas.openxmlformats.org/drawingml/2006/main" noGrp="1"/>
          </p:cNvSpPr>
          <p:nvPr/>
        </p:nvSpPr>
        <p:spPr>
          <a:xfrm xmlns:a="http://schemas.openxmlformats.org/drawingml/2006/main">
            <a:off x="7410450" y="4305300"/>
            <a:ext cx="9525" cy="0"/>
          </a:xfrm>
          <a:prstGeom xmlns:a="http://schemas.openxmlformats.org/drawingml/2006/main" prst="rect">
            <a:avLst/>
          </a:prstGeom>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AC81CB8B-8290-4438-9FFA-27CBD0AC55D0}"/>
              </a:ext>
            </a:extLst>
          </p:cNvPr>
          <p:cNvSpPr>
            <a:spLocks xmlns:a="http://schemas.openxmlformats.org/drawingml/2006/main" noGrp="1"/>
          </p:cNvSpPr>
          <p:nvPr/>
        </p:nvSpPr>
        <p:spPr>
          <a:xfrm xmlns:a="http://schemas.openxmlformats.org/drawingml/2006/main">
            <a:off x="8458200" y="4305300"/>
            <a:ext cx="9525" cy="0"/>
          </a:xfrm>
          <a:prstGeom xmlns:a="http://schemas.openxmlformats.org/drawingml/2006/main" prst="rect">
            <a:avLst/>
          </a:prstGeom>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80E1530C-A6D6-4DB5-B719-B1C31767935C}"/>
              </a:ext>
            </a:extLst>
          </p:cNvPr>
          <p:cNvSpPr>
            <a:spLocks xmlns:a="http://schemas.openxmlformats.org/drawingml/2006/main" noGrp="1"/>
          </p:cNvSpPr>
          <p:nvPr/>
        </p:nvSpPr>
        <p:spPr>
          <a:xfrm xmlns:a="http://schemas.openxmlformats.org/drawingml/2006/main">
            <a:off x="7486650" y="4438650"/>
            <a:ext cx="2228850" cy="304800"/>
          </a:xfrm>
          <a:prstGeom xmlns:a="http://schemas.openxmlformats.org/drawingml/2006/main" prst="roundRect">
            <a:avLst>
              <a:gd name="adj" fmla="val 50000"/>
            </a:avLst>
          </a:prstGeom>
          <a:solidFill xmlns:a="http://schemas.openxmlformats.org/drawingml/2006/main">
            <a:srgbClr val="D9F0ED"/>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D6CC8180-E477-40FD-A59F-5CFB6A9939CD}"/>
              </a:ext>
            </a:extLst>
          </p:cNvPr>
          <p:cNvSpPr>
            <a:spLocks xmlns:a="http://schemas.openxmlformats.org/drawingml/2006/main" noGrp="1"/>
          </p:cNvSpPr>
          <p:nvPr/>
        </p:nvSpPr>
        <p:spPr>
          <a:xfrm xmlns:a="http://schemas.openxmlformats.org/drawingml/2006/main">
            <a:off x="7600950" y="450532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123047"/>
                </a:solidFill>
              </a:defRPr>
            </a:pPr>
            <a:r>
              <a:rPr sz="975" b="1" i="0">
                <a:solidFill>
                  <a:srgbClr val="123047"/>
                </a:solidFill>
              </a:rPr>
              <a:t>QA, bug fixing, polish, testing</a:t>
            </a:r>
          </a:p>
        </p:txBody>
      </p:sp>
      <p:sp>
        <p:nvSpPr>
          <p:cNvPr id="83" name="">
            <a:extLst xmlns:a="http://schemas.openxmlformats.org/drawingml/2006/main">
              <a:ext uri="{FF2B5EF4-FFF2-40B4-BE49-F238E27FC236}">
                <a16:creationId xmlns:a16="http://schemas.microsoft.com/office/drawing/2014/main" id="{BAB5A194-32EB-4A31-B4CE-1B711A76B302}"/>
              </a:ext>
            </a:extLst>
          </p:cNvPr>
          <p:cNvSpPr>
            <a:spLocks xmlns:a="http://schemas.openxmlformats.org/drawingml/2006/main" noGrp="1"/>
          </p:cNvSpPr>
          <p:nvPr/>
        </p:nvSpPr>
        <p:spPr>
          <a:xfrm xmlns:a="http://schemas.openxmlformats.org/drawingml/2006/main">
            <a:off x="1809750" y="5019675"/>
            <a:ext cx="1276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i="0">
                <a:solidFill>
                  <a:srgbClr val="123047"/>
                </a:solidFill>
              </a:defRPr>
            </a:pPr>
            <a:r>
              <a:rPr sz="1275" b="1" i="0">
                <a:solidFill>
                  <a:srgbClr val="123047"/>
                </a:solidFill>
              </a:rPr>
              <a:t>Native apps</a:t>
            </a:r>
          </a:p>
        </p:txBody>
      </p:sp>
      <p:sp>
        <p:nvSpPr>
          <p:cNvPr id="84" name="">
            <a:extLst xmlns:a="http://schemas.openxmlformats.org/drawingml/2006/main">
              <a:ext uri="{FF2B5EF4-FFF2-40B4-BE49-F238E27FC236}">
                <a16:creationId xmlns:a16="http://schemas.microsoft.com/office/drawing/2014/main" id="{E56B3B98-3608-469C-8D4E-3FFAFCF1071F}"/>
              </a:ext>
            </a:extLst>
          </p:cNvPr>
          <p:cNvSpPr>
            <a:spLocks xmlns:a="http://schemas.openxmlformats.org/drawingml/2006/main" noGrp="1"/>
          </p:cNvSpPr>
          <p:nvPr/>
        </p:nvSpPr>
        <p:spPr>
          <a:xfrm xmlns:a="http://schemas.openxmlformats.org/drawingml/2006/main">
            <a:off x="3219450" y="5343525"/>
            <a:ext cx="6572250" cy="9525"/>
          </a:xfrm>
          <a:prstGeom xmlns:a="http://schemas.openxmlformats.org/drawingml/2006/main" prst="rect">
            <a:avLst/>
          </a:prstGeom>
          <a:solidFill xmlns:a="http://schemas.openxmlformats.org/drawingml/2006/main">
            <a:srgbClr val="EEF2F5"/>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5C8079B2-D479-4D26-8333-E51E93D29FC6}"/>
              </a:ext>
            </a:extLst>
          </p:cNvPr>
          <p:cNvSpPr>
            <a:spLocks xmlns:a="http://schemas.openxmlformats.org/drawingml/2006/main" noGrp="1"/>
          </p:cNvSpPr>
          <p:nvPr/>
        </p:nvSpPr>
        <p:spPr>
          <a:xfrm xmlns:a="http://schemas.openxmlformats.org/drawingml/2006/main">
            <a:off x="3219450" y="4819650"/>
            <a:ext cx="9525" cy="0"/>
          </a:xfrm>
          <a:prstGeom xmlns:a="http://schemas.openxmlformats.org/drawingml/2006/main" prst="rect">
            <a:avLst/>
          </a:prstGeom>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D9937BF3-0504-44E2-9B71-442EEB7B8509}"/>
              </a:ext>
            </a:extLst>
          </p:cNvPr>
          <p:cNvSpPr>
            <a:spLocks xmlns:a="http://schemas.openxmlformats.org/drawingml/2006/main" noGrp="1"/>
          </p:cNvSpPr>
          <p:nvPr/>
        </p:nvSpPr>
        <p:spPr>
          <a:xfrm xmlns:a="http://schemas.openxmlformats.org/drawingml/2006/main">
            <a:off x="4267200" y="4819650"/>
            <a:ext cx="9525" cy="0"/>
          </a:xfrm>
          <a:prstGeom xmlns:a="http://schemas.openxmlformats.org/drawingml/2006/main" prst="rect">
            <a:avLst/>
          </a:prstGeom>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A1BB118E-9D76-427E-A30A-7794194BCDBE}"/>
              </a:ext>
            </a:extLst>
          </p:cNvPr>
          <p:cNvSpPr>
            <a:spLocks xmlns:a="http://schemas.openxmlformats.org/drawingml/2006/main" noGrp="1"/>
          </p:cNvSpPr>
          <p:nvPr/>
        </p:nvSpPr>
        <p:spPr>
          <a:xfrm xmlns:a="http://schemas.openxmlformats.org/drawingml/2006/main">
            <a:off x="5314950" y="4819650"/>
            <a:ext cx="9525" cy="0"/>
          </a:xfrm>
          <a:prstGeom xmlns:a="http://schemas.openxmlformats.org/drawingml/2006/main" prst="rect">
            <a:avLst/>
          </a:prstGeom>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8D3F120D-AF66-43E1-99EF-8F0EB8CDFAAF}"/>
              </a:ext>
            </a:extLst>
          </p:cNvPr>
          <p:cNvSpPr>
            <a:spLocks xmlns:a="http://schemas.openxmlformats.org/drawingml/2006/main" noGrp="1"/>
          </p:cNvSpPr>
          <p:nvPr/>
        </p:nvSpPr>
        <p:spPr>
          <a:xfrm xmlns:a="http://schemas.openxmlformats.org/drawingml/2006/main">
            <a:off x="6362700" y="4819650"/>
            <a:ext cx="9525" cy="0"/>
          </a:xfrm>
          <a:prstGeom xmlns:a="http://schemas.openxmlformats.org/drawingml/2006/main" prst="rect">
            <a:avLst/>
          </a:prstGeom>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6E08FB0E-0BAD-4426-81C4-34ADCB82CFBD}"/>
              </a:ext>
            </a:extLst>
          </p:cNvPr>
          <p:cNvSpPr>
            <a:spLocks xmlns:a="http://schemas.openxmlformats.org/drawingml/2006/main" noGrp="1"/>
          </p:cNvSpPr>
          <p:nvPr/>
        </p:nvSpPr>
        <p:spPr>
          <a:xfrm xmlns:a="http://schemas.openxmlformats.org/drawingml/2006/main">
            <a:off x="7410450" y="4819650"/>
            <a:ext cx="9525" cy="0"/>
          </a:xfrm>
          <a:prstGeom xmlns:a="http://schemas.openxmlformats.org/drawingml/2006/main" prst="rect">
            <a:avLst/>
          </a:prstGeom>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4A19F55D-FC81-4EB2-A5CD-072A74ED9032}"/>
              </a:ext>
            </a:extLst>
          </p:cNvPr>
          <p:cNvSpPr>
            <a:spLocks xmlns:a="http://schemas.openxmlformats.org/drawingml/2006/main" noGrp="1"/>
          </p:cNvSpPr>
          <p:nvPr/>
        </p:nvSpPr>
        <p:spPr>
          <a:xfrm xmlns:a="http://schemas.openxmlformats.org/drawingml/2006/main">
            <a:off x="8458200" y="4819650"/>
            <a:ext cx="9525" cy="0"/>
          </a:xfrm>
          <a:prstGeom xmlns:a="http://schemas.openxmlformats.org/drawingml/2006/main" prst="rect">
            <a:avLst/>
          </a:prstGeom>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1C94E8DB-D1A0-4391-A50B-42FE0AE274B5}"/>
              </a:ext>
            </a:extLst>
          </p:cNvPr>
          <p:cNvSpPr>
            <a:spLocks xmlns:a="http://schemas.openxmlformats.org/drawingml/2006/main" noGrp="1"/>
          </p:cNvSpPr>
          <p:nvPr/>
        </p:nvSpPr>
        <p:spPr>
          <a:xfrm xmlns:a="http://schemas.openxmlformats.org/drawingml/2006/main">
            <a:off x="8534400" y="4953000"/>
            <a:ext cx="1181100" cy="304800"/>
          </a:xfrm>
          <a:prstGeom xmlns:a="http://schemas.openxmlformats.org/drawingml/2006/main" prst="roundRect">
            <a:avLst>
              <a:gd name="adj" fmla="val 50000"/>
            </a:avLst>
          </a:prstGeom>
          <a:solidFill xmlns:a="http://schemas.openxmlformats.org/drawingml/2006/main">
            <a:srgbClr val="F6E8D4"/>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CC719AF7-6DF9-4398-8F5C-C4F74BA706F5}"/>
              </a:ext>
            </a:extLst>
          </p:cNvPr>
          <p:cNvSpPr>
            <a:spLocks xmlns:a="http://schemas.openxmlformats.org/drawingml/2006/main" noGrp="1"/>
          </p:cNvSpPr>
          <p:nvPr/>
        </p:nvSpPr>
        <p:spPr>
          <a:xfrm xmlns:a="http://schemas.openxmlformats.org/drawingml/2006/main">
            <a:off x="8648700" y="5019675"/>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123047"/>
                </a:solidFill>
              </a:defRPr>
            </a:pPr>
            <a:r>
              <a:rPr sz="975" b="1" i="0">
                <a:solidFill>
                  <a:srgbClr val="123047"/>
                </a:solidFill>
              </a:rPr>
              <a:t>Setup wrapper, packaging, store submission</a:t>
            </a:r>
          </a:p>
        </p:txBody>
      </p:sp>
      <p:sp>
        <p:nvSpPr>
          <p:cNvPr id="93" name="">
            <a:extLst xmlns:a="http://schemas.openxmlformats.org/drawingml/2006/main">
              <a:ext uri="{FF2B5EF4-FFF2-40B4-BE49-F238E27FC236}">
                <a16:creationId xmlns:a16="http://schemas.microsoft.com/office/drawing/2014/main" id="{30E4745F-A7D5-4A09-B32D-59045D21F437}"/>
              </a:ext>
            </a:extLst>
          </p:cNvPr>
          <p:cNvSpPr>
            <a:spLocks xmlns:a="http://schemas.openxmlformats.org/drawingml/2006/main" noGrp="1"/>
          </p:cNvSpPr>
          <p:nvPr/>
        </p:nvSpPr>
        <p:spPr>
          <a:xfrm xmlns:a="http://schemas.openxmlformats.org/drawingml/2006/main">
            <a:off x="609600" y="5619750"/>
            <a:ext cx="10972800" cy="762000"/>
          </a:xfrm>
          <a:prstGeom xmlns:a="http://schemas.openxmlformats.org/drawingml/2006/main" prst="roundRect">
            <a:avLst>
              <a:gd name="adj" fmla="val 20000"/>
            </a:avLst>
          </a:prstGeom>
          <a:solidFill xmlns:a="http://schemas.openxmlformats.org/drawingml/2006/main">
            <a:srgbClr val="F7F9FA"/>
          </a:solidFill>
          <a:ln xmlns:a="http://schemas.openxmlformats.org/drawingml/2006/main" w="9525">
            <a:solidFill>
              <a:srgbClr val="D7E1E8"/>
            </a:solidFill>
            <a:prstDash val="solid"/>
          </a:ln>
        </p:spPr>
      </p:sp>
      <p:sp>
        <p:nvSpPr>
          <p:cNvPr id="94" name="">
            <a:extLst xmlns:a="http://schemas.openxmlformats.org/drawingml/2006/main">
              <a:ext uri="{FF2B5EF4-FFF2-40B4-BE49-F238E27FC236}">
                <a16:creationId xmlns:a16="http://schemas.microsoft.com/office/drawing/2014/main" id="{07490C58-34FE-469D-BE64-A2E4F57623CD}"/>
              </a:ext>
            </a:extLst>
          </p:cNvPr>
          <p:cNvSpPr>
            <a:spLocks xmlns:a="http://schemas.openxmlformats.org/drawingml/2006/main" noGrp="1"/>
          </p:cNvSpPr>
          <p:nvPr/>
        </p:nvSpPr>
        <p:spPr>
          <a:xfrm xmlns:a="http://schemas.openxmlformats.org/drawingml/2006/main">
            <a:off x="876300" y="58483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123047"/>
                </a:solidFill>
              </a:defRPr>
            </a:pPr>
            <a:r>
              <a:rPr sz="1350" b="1" i="0">
                <a:solidFill>
                  <a:srgbClr val="123047"/>
                </a:solidFill>
              </a:rPr>
              <a:t>Rumusan status</a:t>
            </a:r>
          </a:p>
        </p:txBody>
      </p:sp>
      <p:sp>
        <p:nvSpPr>
          <p:cNvPr id="95" name="">
            <a:extLst xmlns:a="http://schemas.openxmlformats.org/drawingml/2006/main">
              <a:ext uri="{FF2B5EF4-FFF2-40B4-BE49-F238E27FC236}">
                <a16:creationId xmlns:a16="http://schemas.microsoft.com/office/drawing/2014/main" id="{37938427-6A6E-4E1A-8A26-5A6A855A4BF2}"/>
              </a:ext>
            </a:extLst>
          </p:cNvPr>
          <p:cNvSpPr>
            <a:spLocks xmlns:a="http://schemas.openxmlformats.org/drawingml/2006/main" noGrp="1"/>
          </p:cNvSpPr>
          <p:nvPr/>
        </p:nvSpPr>
        <p:spPr>
          <a:xfrm xmlns:a="http://schemas.openxmlformats.org/drawingml/2006/main">
            <a:off x="2286000" y="5810250"/>
            <a:ext cx="885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i="0">
                <a:solidFill>
                  <a:srgbClr val="244257"/>
                </a:solidFill>
              </a:defRPr>
            </a:pPr>
            <a:r>
              <a:rPr sz="1200" b="0" i="0">
                <a:solidFill>
                  <a:srgbClr val="244257"/>
                </a:solidFill>
              </a:rPr>
              <a:t>Web apps telah siap dari segi fungsi utama. Tempoh semasa digunakan untuk minor polish dan testing, manakala minggu berikutnya difokuskan kepada native app setup, packaging, dan submission ke App Store serta Play Store sebelum buffer semakan muktamar.</a:t>
            </a:r>
          </a:p>
        </p:txBody>
      </p:sp>
    </p:spTree>
    <p:extLst>
      <p:ext uri="{BB962C8B-B14F-4D97-AF65-F5344CB8AC3E}">
        <p14:creationId xmlns:p14="http://schemas.microsoft.com/office/powerpoint/2010/main" val="9729445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2" name="">
            <a:extLst xmlns:a="http://schemas.openxmlformats.org/drawingml/2006/main">
              <a:ext uri="{FF2B5EF4-FFF2-40B4-BE49-F238E27FC236}">
                <a16:creationId xmlns:a16="http://schemas.microsoft.com/office/drawing/2014/main" id="{17F9E7B0-C03C-4CB4-818B-207BC817EFEF}"/>
              </a:ext>
            </a:extLst>
          </p:cNvPr>
          <p:cNvSpPr>
            <a:spLocks xmlns:a="http://schemas.openxmlformats.org/drawingml/2006/main" noGrp="1"/>
          </p:cNvSpPr>
          <p:nvPr/>
        </p:nvSpPr>
        <p:spPr>
          <a:xfrm xmlns:a="http://schemas.openxmlformats.org/drawingml/2006/main">
            <a:off x="609600" y="41910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i="0">
                <a:solidFill>
                  <a:srgbClr val="123047"/>
                </a:solidFill>
              </a:defRPr>
            </a:pPr>
            <a:r>
              <a:rPr sz="2550" b="1" i="0">
                <a:solidFill>
                  <a:srgbClr val="123047"/>
                </a:solidFill>
              </a:rPr>
              <a:t>Status Bayaran dan Cadangan Ansuran</a:t>
            </a:r>
          </a:p>
        </p:txBody>
      </p:sp>
      <p:sp>
        <p:nvSpPr>
          <p:cNvPr id="2" name="">
            <a:extLst xmlns:a="http://schemas.openxmlformats.org/drawingml/2006/main">
              <a:ext uri="{FF2B5EF4-FFF2-40B4-BE49-F238E27FC236}">
                <a16:creationId xmlns:a16="http://schemas.microsoft.com/office/drawing/2014/main" id="{C2CA1675-2F0F-45ED-9614-E26E6DB9F691}"/>
              </a:ext>
            </a:extLst>
          </p:cNvPr>
          <p:cNvSpPr>
            <a:spLocks xmlns:a="http://schemas.openxmlformats.org/drawingml/2006/main" noGrp="1"/>
          </p:cNvSpPr>
          <p:nvPr/>
        </p:nvSpPr>
        <p:spPr>
          <a:xfrm xmlns:a="http://schemas.openxmlformats.org/drawingml/2006/main">
            <a:off x="609600" y="838200"/>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i="0">
                <a:solidFill>
                  <a:srgbClr val="6B7F8F"/>
                </a:solidFill>
              </a:defRPr>
            </a:pPr>
            <a:r>
              <a:rPr sz="1200" b="0" i="0">
                <a:solidFill>
                  <a:srgbClr val="6B7F8F"/>
                </a:solidFill>
              </a:rPr>
              <a:t>Pecahan semasa menunjukkan baki RM21,333.33 yang dicadangkan selesai sebelum muktamar September 2026.</a:t>
            </a:r>
          </a:p>
        </p:txBody>
      </p:sp>
      <p:sp>
        <p:nvSpPr>
          <p:cNvPr id="3" name="">
            <a:extLst xmlns:a="http://schemas.openxmlformats.org/drawingml/2006/main">
              <a:ext uri="{FF2B5EF4-FFF2-40B4-BE49-F238E27FC236}">
                <a16:creationId xmlns:a16="http://schemas.microsoft.com/office/drawing/2014/main" id="{28F835DA-2711-442A-9167-9BEA2EB029E3}"/>
              </a:ext>
            </a:extLst>
          </p:cNvPr>
          <p:cNvSpPr>
            <a:spLocks xmlns:a="http://schemas.openxmlformats.org/drawingml/2006/main" noGrp="1"/>
          </p:cNvSpPr>
          <p:nvPr/>
        </p:nvSpPr>
        <p:spPr>
          <a:xfrm xmlns:a="http://schemas.openxmlformats.org/drawingml/2006/main">
            <a:off x="609600" y="1200150"/>
            <a:ext cx="10972800" cy="19050"/>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22A3FFA-A84C-41D4-B86D-460EA1B97BC2}"/>
              </a:ext>
            </a:extLst>
          </p:cNvPr>
          <p:cNvSpPr>
            <a:spLocks xmlns:a="http://schemas.openxmlformats.org/drawingml/2006/main" noGrp="1"/>
          </p:cNvSpPr>
          <p:nvPr/>
        </p:nvSpPr>
        <p:spPr>
          <a:xfrm xmlns:a="http://schemas.openxmlformats.org/drawingml/2006/main">
            <a:off x="609600" y="1485900"/>
            <a:ext cx="3314700" cy="1790700"/>
          </a:xfrm>
          <a:prstGeom xmlns:a="http://schemas.openxmlformats.org/drawingml/2006/main" prst="roundRect">
            <a:avLst>
              <a:gd name="adj" fmla="val 8511"/>
            </a:avLst>
          </a:prstGeom>
          <a:solidFill xmlns:a="http://schemas.openxmlformats.org/drawingml/2006/main">
            <a:srgbClr val="12304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5CE4431-6B48-4106-8AFF-E232542E7AB3}"/>
              </a:ext>
            </a:extLst>
          </p:cNvPr>
          <p:cNvSpPr>
            <a:spLocks xmlns:a="http://schemas.openxmlformats.org/drawingml/2006/main" noGrp="1"/>
          </p:cNvSpPr>
          <p:nvPr/>
        </p:nvSpPr>
        <p:spPr>
          <a:xfrm xmlns:a="http://schemas.openxmlformats.org/drawingml/2006/main">
            <a:off x="876300" y="1752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FFFFFF"/>
                </a:solidFill>
              </a:defRPr>
            </a:pPr>
            <a:r>
              <a:rPr sz="1500" b="1" i="0">
                <a:solidFill>
                  <a:srgbClr val="FFFFFF"/>
                </a:solidFill>
              </a:rPr>
              <a:t>Ringkasan Kewangan</a:t>
            </a:r>
          </a:p>
        </p:txBody>
      </p:sp>
      <p:sp>
        <p:nvSpPr>
          <p:cNvPr id="6" name="">
            <a:extLst xmlns:a="http://schemas.openxmlformats.org/drawingml/2006/main">
              <a:ext uri="{FF2B5EF4-FFF2-40B4-BE49-F238E27FC236}">
                <a16:creationId xmlns:a16="http://schemas.microsoft.com/office/drawing/2014/main" id="{CADF5697-31B2-4542-87CE-8E9910F66F43}"/>
              </a:ext>
            </a:extLst>
          </p:cNvPr>
          <p:cNvSpPr>
            <a:spLocks xmlns:a="http://schemas.openxmlformats.org/drawingml/2006/main" noGrp="1"/>
          </p:cNvSpPr>
          <p:nvPr/>
        </p:nvSpPr>
        <p:spPr>
          <a:xfrm xmlns:a="http://schemas.openxmlformats.org/drawingml/2006/main">
            <a:off x="876300" y="21907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BCD0DD"/>
                </a:solidFill>
              </a:defRPr>
            </a:pPr>
            <a:r>
              <a:rPr sz="1050" b="0" i="0">
                <a:solidFill>
                  <a:srgbClr val="BCD0DD"/>
                </a:solidFill>
              </a:rPr>
              <a:t>Nilai Projek</a:t>
            </a:r>
          </a:p>
        </p:txBody>
      </p:sp>
      <p:sp>
        <p:nvSpPr>
          <p:cNvPr id="7" name="">
            <a:extLst xmlns:a="http://schemas.openxmlformats.org/drawingml/2006/main">
              <a:ext uri="{FF2B5EF4-FFF2-40B4-BE49-F238E27FC236}">
                <a16:creationId xmlns:a16="http://schemas.microsoft.com/office/drawing/2014/main" id="{DE886CC6-58D4-4DB0-9271-B532C30F5FEE}"/>
              </a:ext>
            </a:extLst>
          </p:cNvPr>
          <p:cNvSpPr>
            <a:spLocks xmlns:a="http://schemas.openxmlformats.org/drawingml/2006/main" noGrp="1"/>
          </p:cNvSpPr>
          <p:nvPr/>
        </p:nvSpPr>
        <p:spPr>
          <a:xfrm xmlns:a="http://schemas.openxmlformats.org/drawingml/2006/main">
            <a:off x="876300" y="23812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i="0">
                <a:solidFill>
                  <a:srgbClr val="FFFFFF"/>
                </a:solidFill>
              </a:defRPr>
            </a:pPr>
            <a:r>
              <a:rPr sz="2250" b="1" i="0">
                <a:solidFill>
                  <a:srgbClr val="FFFFFF"/>
                </a:solidFill>
              </a:rPr>
              <a:t>RM35,200.00</a:t>
            </a:r>
          </a:p>
        </p:txBody>
      </p:sp>
      <p:sp>
        <p:nvSpPr>
          <p:cNvPr id="8" name="">
            <a:extLst xmlns:a="http://schemas.openxmlformats.org/drawingml/2006/main">
              <a:ext uri="{FF2B5EF4-FFF2-40B4-BE49-F238E27FC236}">
                <a16:creationId xmlns:a16="http://schemas.microsoft.com/office/drawing/2014/main" id="{2D50C231-8673-4D39-8C2A-E2CA7C06E976}"/>
              </a:ext>
            </a:extLst>
          </p:cNvPr>
          <p:cNvSpPr>
            <a:spLocks xmlns:a="http://schemas.openxmlformats.org/drawingml/2006/main" noGrp="1"/>
          </p:cNvSpPr>
          <p:nvPr/>
        </p:nvSpPr>
        <p:spPr>
          <a:xfrm xmlns:a="http://schemas.openxmlformats.org/drawingml/2006/main">
            <a:off x="876300" y="2800350"/>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BCD0DD"/>
                </a:solidFill>
              </a:defRPr>
            </a:pPr>
            <a:r>
              <a:rPr sz="1050" b="0" i="0">
                <a:solidFill>
                  <a:srgbClr val="BCD0DD"/>
                </a:solidFill>
              </a:rPr>
              <a:t>Bayaran Diterima</a:t>
            </a:r>
          </a:p>
        </p:txBody>
      </p:sp>
      <p:sp>
        <p:nvSpPr>
          <p:cNvPr id="9" name="">
            <a:extLst xmlns:a="http://schemas.openxmlformats.org/drawingml/2006/main">
              <a:ext uri="{FF2B5EF4-FFF2-40B4-BE49-F238E27FC236}">
                <a16:creationId xmlns:a16="http://schemas.microsoft.com/office/drawing/2014/main" id="{341F5E5E-EEA1-4ACC-ADED-4DB448511696}"/>
              </a:ext>
            </a:extLst>
          </p:cNvPr>
          <p:cNvSpPr>
            <a:spLocks xmlns:a="http://schemas.openxmlformats.org/drawingml/2006/main" noGrp="1"/>
          </p:cNvSpPr>
          <p:nvPr/>
        </p:nvSpPr>
        <p:spPr>
          <a:xfrm xmlns:a="http://schemas.openxmlformats.org/drawingml/2006/main">
            <a:off x="876300" y="29908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i="0">
                <a:solidFill>
                  <a:srgbClr val="A9E0D8"/>
                </a:solidFill>
              </a:defRPr>
            </a:pPr>
            <a:r>
              <a:rPr sz="2250" b="1" i="0">
                <a:solidFill>
                  <a:srgbClr val="A9E0D8"/>
                </a:solidFill>
              </a:rPr>
              <a:t>RM13,866.67</a:t>
            </a:r>
          </a:p>
        </p:txBody>
      </p:sp>
      <p:sp>
        <p:nvSpPr>
          <p:cNvPr id="10" name="">
            <a:extLst xmlns:a="http://schemas.openxmlformats.org/drawingml/2006/main">
              <a:ext uri="{FF2B5EF4-FFF2-40B4-BE49-F238E27FC236}">
                <a16:creationId xmlns:a16="http://schemas.microsoft.com/office/drawing/2014/main" id="{8CA096F8-B85E-46BC-B7FE-489042534617}"/>
              </a:ext>
            </a:extLst>
          </p:cNvPr>
          <p:cNvSpPr>
            <a:spLocks xmlns:a="http://schemas.openxmlformats.org/drawingml/2006/main" noGrp="1"/>
          </p:cNvSpPr>
          <p:nvPr/>
        </p:nvSpPr>
        <p:spPr>
          <a:xfrm xmlns:a="http://schemas.openxmlformats.org/drawingml/2006/main">
            <a:off x="876300" y="340995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i="0">
                <a:solidFill>
                  <a:srgbClr val="BCD0DD"/>
                </a:solidFill>
              </a:defRPr>
            </a:pPr>
            <a:r>
              <a:rPr sz="1050" b="0" i="0">
                <a:solidFill>
                  <a:srgbClr val="BCD0DD"/>
                </a:solidFill>
              </a:rPr>
              <a:t>Baki Semasa</a:t>
            </a:r>
          </a:p>
        </p:txBody>
      </p:sp>
      <p:sp>
        <p:nvSpPr>
          <p:cNvPr id="11" name="">
            <a:extLst xmlns:a="http://schemas.openxmlformats.org/drawingml/2006/main">
              <a:ext uri="{FF2B5EF4-FFF2-40B4-BE49-F238E27FC236}">
                <a16:creationId xmlns:a16="http://schemas.microsoft.com/office/drawing/2014/main" id="{F01F9534-DB7A-41E6-8550-2D4896178DBF}"/>
              </a:ext>
            </a:extLst>
          </p:cNvPr>
          <p:cNvSpPr>
            <a:spLocks xmlns:a="http://schemas.openxmlformats.org/drawingml/2006/main" noGrp="1"/>
          </p:cNvSpPr>
          <p:nvPr/>
        </p:nvSpPr>
        <p:spPr>
          <a:xfrm xmlns:a="http://schemas.openxmlformats.org/drawingml/2006/main">
            <a:off x="876300" y="3600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i="0">
                <a:solidFill>
                  <a:srgbClr val="FFD59A"/>
                </a:solidFill>
              </a:defRPr>
            </a:pPr>
            <a:r>
              <a:rPr sz="2250" b="1" i="0">
                <a:solidFill>
                  <a:srgbClr val="FFD59A"/>
                </a:solidFill>
              </a:rPr>
              <a:t>RM21,333.33</a:t>
            </a:r>
          </a:p>
        </p:txBody>
      </p:sp>
      <p:sp>
        <p:nvSpPr>
          <p:cNvPr id="12" name="">
            <a:extLst xmlns:a="http://schemas.openxmlformats.org/drawingml/2006/main">
              <a:ext uri="{FF2B5EF4-FFF2-40B4-BE49-F238E27FC236}">
                <a16:creationId xmlns:a16="http://schemas.microsoft.com/office/drawing/2014/main" id="{7345FBC5-D9F4-457A-BEE2-C31074CE13FD}"/>
              </a:ext>
            </a:extLst>
          </p:cNvPr>
          <p:cNvSpPr>
            <a:spLocks xmlns:a="http://schemas.openxmlformats.org/drawingml/2006/main" noGrp="1"/>
          </p:cNvSpPr>
          <p:nvPr/>
        </p:nvSpPr>
        <p:spPr>
          <a:xfrm xmlns:a="http://schemas.openxmlformats.org/drawingml/2006/main">
            <a:off x="4229100" y="1485900"/>
            <a:ext cx="7353300" cy="2343150"/>
          </a:xfrm>
          <a:prstGeom xmlns:a="http://schemas.openxmlformats.org/drawingml/2006/main" prst="roundRect">
            <a:avLst>
              <a:gd name="adj" fmla="val 6504"/>
            </a:avLst>
          </a:prstGeom>
          <a:solidFill xmlns:a="http://schemas.openxmlformats.org/drawingml/2006/main">
            <a:srgbClr val="FAFBFC"/>
          </a:solidFill>
          <a:ln xmlns:a="http://schemas.openxmlformats.org/drawingml/2006/main" w="9525">
            <a:solidFill>
              <a:srgbClr val="D7E1E8"/>
            </a:solidFill>
            <a:prstDash val="solid"/>
          </a:ln>
        </p:spPr>
      </p:sp>
      <p:sp>
        <p:nvSpPr>
          <p:cNvPr id="13" name="">
            <a:extLst xmlns:a="http://schemas.openxmlformats.org/drawingml/2006/main">
              <a:ext uri="{FF2B5EF4-FFF2-40B4-BE49-F238E27FC236}">
                <a16:creationId xmlns:a16="http://schemas.microsoft.com/office/drawing/2014/main" id="{61A2009C-3232-424F-9E65-940CF9B01E71}"/>
              </a:ext>
            </a:extLst>
          </p:cNvPr>
          <p:cNvSpPr>
            <a:spLocks xmlns:a="http://schemas.openxmlformats.org/drawingml/2006/main" noGrp="1"/>
          </p:cNvSpPr>
          <p:nvPr/>
        </p:nvSpPr>
        <p:spPr>
          <a:xfrm xmlns:a="http://schemas.openxmlformats.org/drawingml/2006/main">
            <a:off x="4495800" y="17526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i="0">
                <a:solidFill>
                  <a:srgbClr val="123047"/>
                </a:solidFill>
              </a:defRPr>
            </a:pPr>
            <a:r>
              <a:rPr sz="1500" b="1" i="0">
                <a:solidFill>
                  <a:srgbClr val="123047"/>
                </a:solidFill>
              </a:rPr>
              <a:t>Kemajuan Bayaran Mengikut Pihak</a:t>
            </a:r>
          </a:p>
        </p:txBody>
      </p:sp>
      <p:sp>
        <p:nvSpPr>
          <p:cNvPr id="14" name="">
            <a:extLst xmlns:a="http://schemas.openxmlformats.org/drawingml/2006/main">
              <a:ext uri="{FF2B5EF4-FFF2-40B4-BE49-F238E27FC236}">
                <a16:creationId xmlns:a16="http://schemas.microsoft.com/office/drawing/2014/main" id="{5E22BB3E-EAFC-49F9-BAD9-3016010F099B}"/>
              </a:ext>
            </a:extLst>
          </p:cNvPr>
          <p:cNvSpPr>
            <a:spLocks xmlns:a="http://schemas.openxmlformats.org/drawingml/2006/main" noGrp="1"/>
          </p:cNvSpPr>
          <p:nvPr/>
        </p:nvSpPr>
        <p:spPr>
          <a:xfrm xmlns:a="http://schemas.openxmlformats.org/drawingml/2006/main">
            <a:off x="4495800" y="21526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123047"/>
                </a:solidFill>
              </a:defRPr>
            </a:pPr>
            <a:r>
              <a:rPr sz="1350" b="1" i="0">
                <a:solidFill>
                  <a:srgbClr val="123047"/>
                </a:solidFill>
              </a:rPr>
              <a:t>WADAH</a:t>
            </a:r>
          </a:p>
        </p:txBody>
      </p:sp>
      <p:sp>
        <p:nvSpPr>
          <p:cNvPr id="15" name="">
            <a:extLst xmlns:a="http://schemas.openxmlformats.org/drawingml/2006/main">
              <a:ext uri="{FF2B5EF4-FFF2-40B4-BE49-F238E27FC236}">
                <a16:creationId xmlns:a16="http://schemas.microsoft.com/office/drawing/2014/main" id="{CF87D8BD-E2A2-45AA-8587-5E6625158823}"/>
              </a:ext>
            </a:extLst>
          </p:cNvPr>
          <p:cNvSpPr>
            <a:spLocks xmlns:a="http://schemas.openxmlformats.org/drawingml/2006/main" noGrp="1"/>
          </p:cNvSpPr>
          <p:nvPr/>
        </p:nvSpPr>
        <p:spPr>
          <a:xfrm xmlns:a="http://schemas.openxmlformats.org/drawingml/2006/main">
            <a:off x="6172200" y="216217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B7F8F"/>
                </a:solidFill>
              </a:defRPr>
            </a:pPr>
            <a:r>
              <a:rPr sz="1125" b="0" i="0">
                <a:solidFill>
                  <a:srgbClr val="6B7F8F"/>
                </a:solidFill>
              </a:rPr>
              <a:t>Jumlah: RM17,600.00</a:t>
            </a:r>
          </a:p>
        </p:txBody>
      </p:sp>
      <p:sp>
        <p:nvSpPr>
          <p:cNvPr id="16" name="">
            <a:extLst xmlns:a="http://schemas.openxmlformats.org/drawingml/2006/main">
              <a:ext uri="{FF2B5EF4-FFF2-40B4-BE49-F238E27FC236}">
                <a16:creationId xmlns:a16="http://schemas.microsoft.com/office/drawing/2014/main" id="{5B2F0D01-505F-4A38-B8EA-1CF0BD4C80B0}"/>
              </a:ext>
            </a:extLst>
          </p:cNvPr>
          <p:cNvSpPr>
            <a:spLocks xmlns:a="http://schemas.openxmlformats.org/drawingml/2006/main" noGrp="1"/>
          </p:cNvSpPr>
          <p:nvPr/>
        </p:nvSpPr>
        <p:spPr>
          <a:xfrm xmlns:a="http://schemas.openxmlformats.org/drawingml/2006/main">
            <a:off x="4495800" y="2476500"/>
            <a:ext cx="6191250" cy="171450"/>
          </a:xfrm>
          <a:prstGeom xmlns:a="http://schemas.openxmlformats.org/drawingml/2006/main" prst="rect">
            <a:avLst/>
          </a:prstGeom>
          <a:solidFill xmlns:a="http://schemas.openxmlformats.org/drawingml/2006/main">
            <a:srgbClr val="E9EE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7ABD439-832A-41FE-93D5-4828A2E79130}"/>
              </a:ext>
            </a:extLst>
          </p:cNvPr>
          <p:cNvSpPr>
            <a:spLocks xmlns:a="http://schemas.openxmlformats.org/drawingml/2006/main" noGrp="1"/>
          </p:cNvSpPr>
          <p:nvPr/>
        </p:nvSpPr>
        <p:spPr>
          <a:xfrm xmlns:a="http://schemas.openxmlformats.org/drawingml/2006/main">
            <a:off x="4495800" y="2476500"/>
            <a:ext cx="3517756" cy="171450"/>
          </a:xfrm>
          <a:prstGeom xmlns:a="http://schemas.openxmlformats.org/drawingml/2006/main" prst="rect">
            <a:avLst/>
          </a:prstGeom>
          <a:solidFill xmlns:a="http://schemas.openxmlformats.org/drawingml/2006/main">
            <a:srgbClr val="1E7A7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A434BB9-266D-4AA1-8BEF-DF64AAB9ACEC}"/>
              </a:ext>
            </a:extLst>
          </p:cNvPr>
          <p:cNvSpPr>
            <a:spLocks xmlns:a="http://schemas.openxmlformats.org/drawingml/2006/main" noGrp="1"/>
          </p:cNvSpPr>
          <p:nvPr/>
        </p:nvSpPr>
        <p:spPr>
          <a:xfrm xmlns:a="http://schemas.openxmlformats.org/drawingml/2006/main">
            <a:off x="4495800" y="27432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244257"/>
                </a:solidFill>
              </a:defRPr>
            </a:pPr>
            <a:r>
              <a:rPr sz="1125" b="0" i="0">
                <a:solidFill>
                  <a:srgbClr val="244257"/>
                </a:solidFill>
              </a:rPr>
              <a:t>Telah dibayar: RM10,000.00</a:t>
            </a:r>
          </a:p>
        </p:txBody>
      </p:sp>
      <p:sp>
        <p:nvSpPr>
          <p:cNvPr id="19" name="">
            <a:extLst xmlns:a="http://schemas.openxmlformats.org/drawingml/2006/main">
              <a:ext uri="{FF2B5EF4-FFF2-40B4-BE49-F238E27FC236}">
                <a16:creationId xmlns:a16="http://schemas.microsoft.com/office/drawing/2014/main" id="{BE6F862B-C1BE-4485-BC88-1D42B32465F8}"/>
              </a:ext>
            </a:extLst>
          </p:cNvPr>
          <p:cNvSpPr>
            <a:spLocks xmlns:a="http://schemas.openxmlformats.org/drawingml/2006/main" noGrp="1"/>
          </p:cNvSpPr>
          <p:nvPr/>
        </p:nvSpPr>
        <p:spPr>
          <a:xfrm xmlns:a="http://schemas.openxmlformats.org/drawingml/2006/main">
            <a:off x="6972300" y="27432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244257"/>
                </a:solidFill>
              </a:defRPr>
            </a:pPr>
            <a:r>
              <a:rPr sz="1125" b="0" i="0">
                <a:solidFill>
                  <a:srgbClr val="244257"/>
                </a:solidFill>
              </a:rPr>
              <a:t>Baki: RM7,600.00</a:t>
            </a:r>
          </a:p>
        </p:txBody>
      </p:sp>
      <p:sp>
        <p:nvSpPr>
          <p:cNvPr id="20" name="">
            <a:extLst xmlns:a="http://schemas.openxmlformats.org/drawingml/2006/main">
              <a:ext uri="{FF2B5EF4-FFF2-40B4-BE49-F238E27FC236}">
                <a16:creationId xmlns:a16="http://schemas.microsoft.com/office/drawing/2014/main" id="{7F36A678-9CC1-4CA1-9556-761099FF230B}"/>
              </a:ext>
            </a:extLst>
          </p:cNvPr>
          <p:cNvSpPr>
            <a:spLocks xmlns:a="http://schemas.openxmlformats.org/drawingml/2006/main" noGrp="1"/>
          </p:cNvSpPr>
          <p:nvPr/>
        </p:nvSpPr>
        <p:spPr>
          <a:xfrm xmlns:a="http://schemas.openxmlformats.org/drawingml/2006/main">
            <a:off x="4495800" y="28003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123047"/>
                </a:solidFill>
              </a:defRPr>
            </a:pPr>
            <a:r>
              <a:rPr sz="1350" b="1" i="0">
                <a:solidFill>
                  <a:srgbClr val="123047"/>
                </a:solidFill>
              </a:rPr>
              <a:t>ABIM</a:t>
            </a:r>
          </a:p>
        </p:txBody>
      </p:sp>
      <p:sp>
        <p:nvSpPr>
          <p:cNvPr id="21" name="">
            <a:extLst xmlns:a="http://schemas.openxmlformats.org/drawingml/2006/main">
              <a:ext uri="{FF2B5EF4-FFF2-40B4-BE49-F238E27FC236}">
                <a16:creationId xmlns:a16="http://schemas.microsoft.com/office/drawing/2014/main" id="{3695DEAE-38E3-4672-A162-36856B70FAA0}"/>
              </a:ext>
            </a:extLst>
          </p:cNvPr>
          <p:cNvSpPr>
            <a:spLocks xmlns:a="http://schemas.openxmlformats.org/drawingml/2006/main" noGrp="1"/>
          </p:cNvSpPr>
          <p:nvPr/>
        </p:nvSpPr>
        <p:spPr>
          <a:xfrm xmlns:a="http://schemas.openxmlformats.org/drawingml/2006/main">
            <a:off x="6172200" y="280987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B7F8F"/>
                </a:solidFill>
              </a:defRPr>
            </a:pPr>
            <a:r>
              <a:rPr sz="1125" b="0" i="0">
                <a:solidFill>
                  <a:srgbClr val="6B7F8F"/>
                </a:solidFill>
              </a:rPr>
              <a:t>Jumlah: RM14,080.00</a:t>
            </a:r>
          </a:p>
        </p:txBody>
      </p:sp>
      <p:sp>
        <p:nvSpPr>
          <p:cNvPr id="22" name="">
            <a:extLst xmlns:a="http://schemas.openxmlformats.org/drawingml/2006/main">
              <a:ext uri="{FF2B5EF4-FFF2-40B4-BE49-F238E27FC236}">
                <a16:creationId xmlns:a16="http://schemas.microsoft.com/office/drawing/2014/main" id="{EAA25ED5-3A03-458A-B5A6-D5102B545FAE}"/>
              </a:ext>
            </a:extLst>
          </p:cNvPr>
          <p:cNvSpPr>
            <a:spLocks xmlns:a="http://schemas.openxmlformats.org/drawingml/2006/main" noGrp="1"/>
          </p:cNvSpPr>
          <p:nvPr/>
        </p:nvSpPr>
        <p:spPr>
          <a:xfrm xmlns:a="http://schemas.openxmlformats.org/drawingml/2006/main">
            <a:off x="4495800" y="3124200"/>
            <a:ext cx="6191250" cy="171450"/>
          </a:xfrm>
          <a:prstGeom xmlns:a="http://schemas.openxmlformats.org/drawingml/2006/main" prst="rect">
            <a:avLst/>
          </a:prstGeom>
          <a:solidFill xmlns:a="http://schemas.openxmlformats.org/drawingml/2006/main">
            <a:srgbClr val="E9EEF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C86AE83-B377-4909-B325-2B5D7EF6000A}"/>
              </a:ext>
            </a:extLst>
          </p:cNvPr>
          <p:cNvSpPr>
            <a:spLocks xmlns:a="http://schemas.openxmlformats.org/drawingml/2006/main" noGrp="1"/>
          </p:cNvSpPr>
          <p:nvPr/>
        </p:nvSpPr>
        <p:spPr>
          <a:xfrm xmlns:a="http://schemas.openxmlformats.org/drawingml/2006/main">
            <a:off x="4495800" y="3124200"/>
            <a:ext cx="1031876" cy="171450"/>
          </a:xfrm>
          <a:prstGeom xmlns:a="http://schemas.openxmlformats.org/drawingml/2006/main" prst="rect">
            <a:avLst/>
          </a:prstGeom>
          <a:solidFill xmlns:a="http://schemas.openxmlformats.org/drawingml/2006/main">
            <a:srgbClr val="C88B3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AF8D05F-6B2C-4143-AABB-A79D043D58E9}"/>
              </a:ext>
            </a:extLst>
          </p:cNvPr>
          <p:cNvSpPr>
            <a:spLocks xmlns:a="http://schemas.openxmlformats.org/drawingml/2006/main" noGrp="1"/>
          </p:cNvSpPr>
          <p:nvPr/>
        </p:nvSpPr>
        <p:spPr>
          <a:xfrm xmlns:a="http://schemas.openxmlformats.org/drawingml/2006/main">
            <a:off x="4495800" y="33909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244257"/>
                </a:solidFill>
              </a:defRPr>
            </a:pPr>
            <a:r>
              <a:rPr sz="1125" b="0" i="0">
                <a:solidFill>
                  <a:srgbClr val="244257"/>
                </a:solidFill>
              </a:rPr>
              <a:t>Telah dibayar: RM2,346.67</a:t>
            </a:r>
          </a:p>
        </p:txBody>
      </p:sp>
      <p:sp>
        <p:nvSpPr>
          <p:cNvPr id="25" name="">
            <a:extLst xmlns:a="http://schemas.openxmlformats.org/drawingml/2006/main">
              <a:ext uri="{FF2B5EF4-FFF2-40B4-BE49-F238E27FC236}">
                <a16:creationId xmlns:a16="http://schemas.microsoft.com/office/drawing/2014/main" id="{D275B658-705B-454E-86CB-B908B767F249}"/>
              </a:ext>
            </a:extLst>
          </p:cNvPr>
          <p:cNvSpPr>
            <a:spLocks xmlns:a="http://schemas.openxmlformats.org/drawingml/2006/main" noGrp="1"/>
          </p:cNvSpPr>
          <p:nvPr/>
        </p:nvSpPr>
        <p:spPr>
          <a:xfrm xmlns:a="http://schemas.openxmlformats.org/drawingml/2006/main">
            <a:off x="6972300" y="33909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244257"/>
                </a:solidFill>
              </a:defRPr>
            </a:pPr>
            <a:r>
              <a:rPr sz="1125" b="0" i="0">
                <a:solidFill>
                  <a:srgbClr val="244257"/>
                </a:solidFill>
              </a:rPr>
              <a:t>Baki: RM11,733.33</a:t>
            </a:r>
          </a:p>
        </p:txBody>
      </p:sp>
      <p:sp>
        <p:nvSpPr>
          <p:cNvPr id="26" name="">
            <a:extLst xmlns:a="http://schemas.openxmlformats.org/drawingml/2006/main">
              <a:ext uri="{FF2B5EF4-FFF2-40B4-BE49-F238E27FC236}">
                <a16:creationId xmlns:a16="http://schemas.microsoft.com/office/drawing/2014/main" id="{C16DFB7F-9B12-475A-A75F-3899B81E51C5}"/>
              </a:ext>
            </a:extLst>
          </p:cNvPr>
          <p:cNvSpPr>
            <a:spLocks xmlns:a="http://schemas.openxmlformats.org/drawingml/2006/main" noGrp="1"/>
          </p:cNvSpPr>
          <p:nvPr/>
        </p:nvSpPr>
        <p:spPr>
          <a:xfrm xmlns:a="http://schemas.openxmlformats.org/drawingml/2006/main">
            <a:off x="4495800" y="34480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i="0">
                <a:solidFill>
                  <a:srgbClr val="123047"/>
                </a:solidFill>
              </a:defRPr>
            </a:pPr>
            <a:r>
              <a:rPr sz="1350" b="1" i="0">
                <a:solidFill>
                  <a:srgbClr val="123047"/>
                </a:solidFill>
              </a:rPr>
              <a:t>PKPIM</a:t>
            </a:r>
          </a:p>
        </p:txBody>
      </p:sp>
      <p:sp>
        <p:nvSpPr>
          <p:cNvPr id="27" name="">
            <a:extLst xmlns:a="http://schemas.openxmlformats.org/drawingml/2006/main">
              <a:ext uri="{FF2B5EF4-FFF2-40B4-BE49-F238E27FC236}">
                <a16:creationId xmlns:a16="http://schemas.microsoft.com/office/drawing/2014/main" id="{459F0B0D-B72C-4650-85B4-20F9C58BABD4}"/>
              </a:ext>
            </a:extLst>
          </p:cNvPr>
          <p:cNvSpPr>
            <a:spLocks xmlns:a="http://schemas.openxmlformats.org/drawingml/2006/main" noGrp="1"/>
          </p:cNvSpPr>
          <p:nvPr/>
        </p:nvSpPr>
        <p:spPr>
          <a:xfrm xmlns:a="http://schemas.openxmlformats.org/drawingml/2006/main">
            <a:off x="6172200" y="345757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6B7F8F"/>
                </a:solidFill>
              </a:defRPr>
            </a:pPr>
            <a:r>
              <a:rPr sz="1125" b="0" i="0">
                <a:solidFill>
                  <a:srgbClr val="6B7F8F"/>
                </a:solidFill>
              </a:rPr>
              <a:t>Jumlah: RM3,520.00</a:t>
            </a:r>
          </a:p>
        </p:txBody>
      </p:sp>
      <p:sp>
        <p:nvSpPr>
          <p:cNvPr id="28" name="">
            <a:extLst xmlns:a="http://schemas.openxmlformats.org/drawingml/2006/main">
              <a:ext uri="{FF2B5EF4-FFF2-40B4-BE49-F238E27FC236}">
                <a16:creationId xmlns:a16="http://schemas.microsoft.com/office/drawing/2014/main" id="{F329A125-B358-429C-933B-72ADA048345F}"/>
              </a:ext>
            </a:extLst>
          </p:cNvPr>
          <p:cNvSpPr>
            <a:spLocks xmlns:a="http://schemas.openxmlformats.org/drawingml/2006/main" noGrp="1"/>
          </p:cNvSpPr>
          <p:nvPr/>
        </p:nvSpPr>
        <p:spPr>
          <a:xfrm xmlns:a="http://schemas.openxmlformats.org/drawingml/2006/main">
            <a:off x="4495800" y="3771900"/>
            <a:ext cx="6191250" cy="171450"/>
          </a:xfrm>
          <a:prstGeom xmlns:a="http://schemas.openxmlformats.org/drawingml/2006/main" prst="rect">
            <a:avLst/>
          </a:prstGeom>
          <a:solidFill xmlns:a="http://schemas.openxmlformats.org/drawingml/2006/main">
            <a:srgbClr val="E9EE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A0CD612-870E-4D24-9D3B-76515897A1F5}"/>
              </a:ext>
            </a:extLst>
          </p:cNvPr>
          <p:cNvSpPr>
            <a:spLocks xmlns:a="http://schemas.openxmlformats.org/drawingml/2006/main" noGrp="1"/>
          </p:cNvSpPr>
          <p:nvPr/>
        </p:nvSpPr>
        <p:spPr>
          <a:xfrm xmlns:a="http://schemas.openxmlformats.org/drawingml/2006/main">
            <a:off x="4495800" y="3771900"/>
            <a:ext cx="2673494" cy="171450"/>
          </a:xfrm>
          <a:prstGeom xmlns:a="http://schemas.openxmlformats.org/drawingml/2006/main" prst="rect">
            <a:avLst/>
          </a:prstGeom>
          <a:solidFill xmlns:a="http://schemas.openxmlformats.org/drawingml/2006/main">
            <a:srgbClr val="D77A61"/>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FA87E8F-9458-452C-9AE3-770C04A0858F}"/>
              </a:ext>
            </a:extLst>
          </p:cNvPr>
          <p:cNvSpPr>
            <a:spLocks xmlns:a="http://schemas.openxmlformats.org/drawingml/2006/main" noGrp="1"/>
          </p:cNvSpPr>
          <p:nvPr/>
        </p:nvSpPr>
        <p:spPr>
          <a:xfrm xmlns:a="http://schemas.openxmlformats.org/drawingml/2006/main">
            <a:off x="4495800" y="40386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244257"/>
                </a:solidFill>
              </a:defRPr>
            </a:pPr>
            <a:r>
              <a:rPr sz="1125" b="0" i="0">
                <a:solidFill>
                  <a:srgbClr val="244257"/>
                </a:solidFill>
              </a:rPr>
              <a:t>Telah dibayar: RM1,520.00</a:t>
            </a:r>
          </a:p>
        </p:txBody>
      </p:sp>
      <p:sp>
        <p:nvSpPr>
          <p:cNvPr id="31" name="">
            <a:extLst xmlns:a="http://schemas.openxmlformats.org/drawingml/2006/main">
              <a:ext uri="{FF2B5EF4-FFF2-40B4-BE49-F238E27FC236}">
                <a16:creationId xmlns:a16="http://schemas.microsoft.com/office/drawing/2014/main" id="{846BE3E3-A355-41B6-99ED-E2A2422CDD54}"/>
              </a:ext>
            </a:extLst>
          </p:cNvPr>
          <p:cNvSpPr>
            <a:spLocks xmlns:a="http://schemas.openxmlformats.org/drawingml/2006/main" noGrp="1"/>
          </p:cNvSpPr>
          <p:nvPr/>
        </p:nvSpPr>
        <p:spPr>
          <a:xfrm xmlns:a="http://schemas.openxmlformats.org/drawingml/2006/main">
            <a:off x="6972300" y="40386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i="0">
                <a:solidFill>
                  <a:srgbClr val="244257"/>
                </a:solidFill>
              </a:defRPr>
            </a:pPr>
            <a:r>
              <a:rPr sz="1125" b="0" i="0">
                <a:solidFill>
                  <a:srgbClr val="244257"/>
                </a:solidFill>
              </a:rPr>
              <a:t>Baki: RM2,000.00</a:t>
            </a:r>
          </a:p>
        </p:txBody>
      </p:sp>
      <p:sp>
        <p:nvSpPr>
          <p:cNvPr id="32" name="">
            <a:extLst xmlns:a="http://schemas.openxmlformats.org/drawingml/2006/main">
              <a:ext uri="{FF2B5EF4-FFF2-40B4-BE49-F238E27FC236}">
                <a16:creationId xmlns:a16="http://schemas.microsoft.com/office/drawing/2014/main" id="{A83C2181-0944-40A2-9F90-55CD8B14942A}"/>
              </a:ext>
            </a:extLst>
          </p:cNvPr>
          <p:cNvSpPr>
            <a:spLocks xmlns:a="http://schemas.openxmlformats.org/drawingml/2006/main" noGrp="1"/>
          </p:cNvSpPr>
          <p:nvPr/>
        </p:nvSpPr>
        <p:spPr>
          <a:xfrm xmlns:a="http://schemas.openxmlformats.org/drawingml/2006/main">
            <a:off x="609600" y="4114800"/>
            <a:ext cx="10972800" cy="209550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7E1E8"/>
            </a:solidFill>
            <a:prstDash val="solid"/>
          </a:ln>
        </p:spPr>
      </p:sp>
      <p:sp>
        <p:nvSpPr>
          <p:cNvPr id="33" name="">
            <a:extLst xmlns:a="http://schemas.openxmlformats.org/drawingml/2006/main">
              <a:ext uri="{FF2B5EF4-FFF2-40B4-BE49-F238E27FC236}">
                <a16:creationId xmlns:a16="http://schemas.microsoft.com/office/drawing/2014/main" id="{8AB5EA3C-91EB-457B-9F5D-CDC9D3B7E78F}"/>
              </a:ext>
            </a:extLst>
          </p:cNvPr>
          <p:cNvSpPr>
            <a:spLocks xmlns:a="http://schemas.openxmlformats.org/drawingml/2006/main" noGrp="1"/>
          </p:cNvSpPr>
          <p:nvPr/>
        </p:nvSpPr>
        <p:spPr>
          <a:xfrm xmlns:a="http://schemas.openxmlformats.org/drawingml/2006/main">
            <a:off x="876300" y="43624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i="0">
                <a:solidFill>
                  <a:srgbClr val="123047"/>
                </a:solidFill>
              </a:defRPr>
            </a:pPr>
            <a:r>
              <a:rPr sz="1650" b="1" i="0">
                <a:solidFill>
                  <a:srgbClr val="123047"/>
                </a:solidFill>
              </a:rPr>
              <a:t>Cadangan Jadual Ansuran Sebelum Muktamar</a:t>
            </a:r>
          </a:p>
        </p:txBody>
      </p:sp>
      <p:sp>
        <p:nvSpPr>
          <p:cNvPr id="34" name="">
            <a:extLst xmlns:a="http://schemas.openxmlformats.org/drawingml/2006/main">
              <a:ext uri="{FF2B5EF4-FFF2-40B4-BE49-F238E27FC236}">
                <a16:creationId xmlns:a16="http://schemas.microsoft.com/office/drawing/2014/main" id="{00D7DD2C-B6F6-4A13-93C2-C0370AB8C7EA}"/>
              </a:ext>
            </a:extLst>
          </p:cNvPr>
          <p:cNvSpPr>
            <a:spLocks xmlns:a="http://schemas.openxmlformats.org/drawingml/2006/main" noGrp="1"/>
          </p:cNvSpPr>
          <p:nvPr/>
        </p:nvSpPr>
        <p:spPr>
          <a:xfrm xmlns:a="http://schemas.openxmlformats.org/drawingml/2006/main">
            <a:off x="876300" y="4762500"/>
            <a:ext cx="1257300" cy="323850"/>
          </a:xfrm>
          <a:prstGeom xmlns:a="http://schemas.openxmlformats.org/drawingml/2006/main" prst="rect">
            <a:avLst/>
          </a:prstGeom>
          <a:solidFill xmlns:a="http://schemas.openxmlformats.org/drawingml/2006/main">
            <a:srgbClr val="EEF3F6"/>
          </a:solidFill>
          <a:ln xmlns:a="http://schemas.openxmlformats.org/drawingml/2006/main" w="9525">
            <a:solidFill>
              <a:srgbClr val="D7E1E8"/>
            </a:solidFill>
            <a:prstDash val="solid"/>
          </a:ln>
        </p:spPr>
      </p:sp>
      <p:sp>
        <p:nvSpPr>
          <p:cNvPr id="35" name="">
            <a:extLst xmlns:a="http://schemas.openxmlformats.org/drawingml/2006/main">
              <a:ext uri="{FF2B5EF4-FFF2-40B4-BE49-F238E27FC236}">
                <a16:creationId xmlns:a16="http://schemas.microsoft.com/office/drawing/2014/main" id="{EBCB4072-5563-4154-AF8F-D82BABB8EF1D}"/>
              </a:ext>
            </a:extLst>
          </p:cNvPr>
          <p:cNvSpPr>
            <a:spLocks xmlns:a="http://schemas.openxmlformats.org/drawingml/2006/main" noGrp="1"/>
          </p:cNvSpPr>
          <p:nvPr/>
        </p:nvSpPr>
        <p:spPr>
          <a:xfrm xmlns:a="http://schemas.openxmlformats.org/drawingml/2006/main">
            <a:off x="952500" y="4838700"/>
            <a:ext cx="1104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047"/>
                </a:solidFill>
              </a:defRPr>
            </a:pPr>
            <a:r>
              <a:rPr sz="1050" b="1" i="0">
                <a:solidFill>
                  <a:srgbClr val="123047"/>
                </a:solidFill>
              </a:rPr>
              <a:t>Tarikh</a:t>
            </a:r>
          </a:p>
        </p:txBody>
      </p:sp>
      <p:sp>
        <p:nvSpPr>
          <p:cNvPr id="36" name="">
            <a:extLst xmlns:a="http://schemas.openxmlformats.org/drawingml/2006/main">
              <a:ext uri="{FF2B5EF4-FFF2-40B4-BE49-F238E27FC236}">
                <a16:creationId xmlns:a16="http://schemas.microsoft.com/office/drawing/2014/main" id="{81D38CFA-215E-4FA9-84F2-65AC701B838C}"/>
              </a:ext>
            </a:extLst>
          </p:cNvPr>
          <p:cNvSpPr>
            <a:spLocks xmlns:a="http://schemas.openxmlformats.org/drawingml/2006/main" noGrp="1"/>
          </p:cNvSpPr>
          <p:nvPr/>
        </p:nvSpPr>
        <p:spPr>
          <a:xfrm xmlns:a="http://schemas.openxmlformats.org/drawingml/2006/main">
            <a:off x="2400300" y="4762500"/>
            <a:ext cx="1162050" cy="323850"/>
          </a:xfrm>
          <a:prstGeom xmlns:a="http://schemas.openxmlformats.org/drawingml/2006/main" prst="rect">
            <a:avLst/>
          </a:prstGeom>
          <a:solidFill xmlns:a="http://schemas.openxmlformats.org/drawingml/2006/main">
            <a:srgbClr val="EEF3F6"/>
          </a:solidFill>
          <a:ln xmlns:a="http://schemas.openxmlformats.org/drawingml/2006/main" w="9525">
            <a:solidFill>
              <a:srgbClr val="D7E1E8"/>
            </a:solidFill>
            <a:prstDash val="solid"/>
          </a:ln>
        </p:spPr>
      </p:sp>
      <p:sp>
        <p:nvSpPr>
          <p:cNvPr id="37" name="">
            <a:extLst xmlns:a="http://schemas.openxmlformats.org/drawingml/2006/main">
              <a:ext uri="{FF2B5EF4-FFF2-40B4-BE49-F238E27FC236}">
                <a16:creationId xmlns:a16="http://schemas.microsoft.com/office/drawing/2014/main" id="{F7AE8E8E-8291-4A3F-98C6-A0F436921458}"/>
              </a:ext>
            </a:extLst>
          </p:cNvPr>
          <p:cNvSpPr>
            <a:spLocks xmlns:a="http://schemas.openxmlformats.org/drawingml/2006/main" noGrp="1"/>
          </p:cNvSpPr>
          <p:nvPr/>
        </p:nvSpPr>
        <p:spPr>
          <a:xfrm xmlns:a="http://schemas.openxmlformats.org/drawingml/2006/main">
            <a:off x="2476500" y="48387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047"/>
                </a:solidFill>
              </a:defRPr>
            </a:pPr>
            <a:r>
              <a:rPr sz="1050" b="1" i="0">
                <a:solidFill>
                  <a:srgbClr val="123047"/>
                </a:solidFill>
              </a:rPr>
              <a:t>Pihak</a:t>
            </a:r>
          </a:p>
        </p:txBody>
      </p:sp>
      <p:sp>
        <p:nvSpPr>
          <p:cNvPr id="38" name="">
            <a:extLst xmlns:a="http://schemas.openxmlformats.org/drawingml/2006/main">
              <a:ext uri="{FF2B5EF4-FFF2-40B4-BE49-F238E27FC236}">
                <a16:creationId xmlns:a16="http://schemas.microsoft.com/office/drawing/2014/main" id="{983967CF-D8DF-4A46-92BC-735E1D5A4EA7}"/>
              </a:ext>
            </a:extLst>
          </p:cNvPr>
          <p:cNvSpPr>
            <a:spLocks xmlns:a="http://schemas.openxmlformats.org/drawingml/2006/main" noGrp="1"/>
          </p:cNvSpPr>
          <p:nvPr/>
        </p:nvSpPr>
        <p:spPr>
          <a:xfrm xmlns:a="http://schemas.openxmlformats.org/drawingml/2006/main">
            <a:off x="3829050" y="4762500"/>
            <a:ext cx="1676400" cy="323850"/>
          </a:xfrm>
          <a:prstGeom xmlns:a="http://schemas.openxmlformats.org/drawingml/2006/main" prst="rect">
            <a:avLst/>
          </a:prstGeom>
          <a:solidFill xmlns:a="http://schemas.openxmlformats.org/drawingml/2006/main">
            <a:srgbClr val="EEF3F6"/>
          </a:solidFill>
          <a:ln xmlns:a="http://schemas.openxmlformats.org/drawingml/2006/main" w="9525">
            <a:solidFill>
              <a:srgbClr val="D7E1E8"/>
            </a:solidFill>
            <a:prstDash val="solid"/>
          </a:ln>
        </p:spPr>
      </p:sp>
      <p:sp>
        <p:nvSpPr>
          <p:cNvPr id="39" name="">
            <a:extLst xmlns:a="http://schemas.openxmlformats.org/drawingml/2006/main">
              <a:ext uri="{FF2B5EF4-FFF2-40B4-BE49-F238E27FC236}">
                <a16:creationId xmlns:a16="http://schemas.microsoft.com/office/drawing/2014/main" id="{6175DEA9-0637-4501-A408-2D64318F409F}"/>
              </a:ext>
            </a:extLst>
          </p:cNvPr>
          <p:cNvSpPr>
            <a:spLocks xmlns:a="http://schemas.openxmlformats.org/drawingml/2006/main" noGrp="1"/>
          </p:cNvSpPr>
          <p:nvPr/>
        </p:nvSpPr>
        <p:spPr>
          <a:xfrm xmlns:a="http://schemas.openxmlformats.org/drawingml/2006/main">
            <a:off x="3905250" y="483870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047"/>
                </a:solidFill>
              </a:defRPr>
            </a:pPr>
            <a:r>
              <a:rPr sz="1050" b="1" i="0">
                <a:solidFill>
                  <a:srgbClr val="123047"/>
                </a:solidFill>
              </a:rPr>
              <a:t>Cadangan Bayaran</a:t>
            </a:r>
          </a:p>
        </p:txBody>
      </p:sp>
      <p:sp>
        <p:nvSpPr>
          <p:cNvPr id="40" name="">
            <a:extLst xmlns:a="http://schemas.openxmlformats.org/drawingml/2006/main">
              <a:ext uri="{FF2B5EF4-FFF2-40B4-BE49-F238E27FC236}">
                <a16:creationId xmlns:a16="http://schemas.microsoft.com/office/drawing/2014/main" id="{D0CE1696-1A81-4656-9351-35632D4C55EF}"/>
              </a:ext>
            </a:extLst>
          </p:cNvPr>
          <p:cNvSpPr>
            <a:spLocks xmlns:a="http://schemas.openxmlformats.org/drawingml/2006/main" noGrp="1"/>
          </p:cNvSpPr>
          <p:nvPr/>
        </p:nvSpPr>
        <p:spPr>
          <a:xfrm xmlns:a="http://schemas.openxmlformats.org/drawingml/2006/main">
            <a:off x="5886450" y="4762500"/>
            <a:ext cx="5219700" cy="323850"/>
          </a:xfrm>
          <a:prstGeom xmlns:a="http://schemas.openxmlformats.org/drawingml/2006/main" prst="rect">
            <a:avLst/>
          </a:prstGeom>
          <a:solidFill xmlns:a="http://schemas.openxmlformats.org/drawingml/2006/main">
            <a:srgbClr val="EEF3F6"/>
          </a:solidFill>
          <a:ln xmlns:a="http://schemas.openxmlformats.org/drawingml/2006/main" w="9525">
            <a:solidFill>
              <a:srgbClr val="D7E1E8"/>
            </a:solidFill>
            <a:prstDash val="solid"/>
          </a:ln>
        </p:spPr>
      </p:sp>
      <p:sp>
        <p:nvSpPr>
          <p:cNvPr id="41" name="">
            <a:extLst xmlns:a="http://schemas.openxmlformats.org/drawingml/2006/main">
              <a:ext uri="{FF2B5EF4-FFF2-40B4-BE49-F238E27FC236}">
                <a16:creationId xmlns:a16="http://schemas.microsoft.com/office/drawing/2014/main" id="{BE0C7FE3-D1FD-4879-8461-4D540F71E652}"/>
              </a:ext>
            </a:extLst>
          </p:cNvPr>
          <p:cNvSpPr>
            <a:spLocks xmlns:a="http://schemas.openxmlformats.org/drawingml/2006/main" noGrp="1"/>
          </p:cNvSpPr>
          <p:nvPr/>
        </p:nvSpPr>
        <p:spPr>
          <a:xfrm xmlns:a="http://schemas.openxmlformats.org/drawingml/2006/main">
            <a:off x="5962650" y="4838700"/>
            <a:ext cx="5067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i="0">
                <a:solidFill>
                  <a:srgbClr val="123047"/>
                </a:solidFill>
              </a:defRPr>
            </a:pPr>
            <a:r>
              <a:rPr sz="1050" b="1" i="0">
                <a:solidFill>
                  <a:srgbClr val="123047"/>
                </a:solidFill>
              </a:rPr>
              <a:t>Rasional</a:t>
            </a:r>
          </a:p>
        </p:txBody>
      </p:sp>
      <p:sp>
        <p:nvSpPr>
          <p:cNvPr id="42" name="">
            <a:extLst xmlns:a="http://schemas.openxmlformats.org/drawingml/2006/main">
              <a:ext uri="{FF2B5EF4-FFF2-40B4-BE49-F238E27FC236}">
                <a16:creationId xmlns:a16="http://schemas.microsoft.com/office/drawing/2014/main" id="{1C75E46F-19D1-4DF0-8A61-2EAA07BDE796}"/>
              </a:ext>
            </a:extLst>
          </p:cNvPr>
          <p:cNvSpPr>
            <a:spLocks xmlns:a="http://schemas.openxmlformats.org/drawingml/2006/main" noGrp="1"/>
          </p:cNvSpPr>
          <p:nvPr/>
        </p:nvSpPr>
        <p:spPr>
          <a:xfrm xmlns:a="http://schemas.openxmlformats.org/drawingml/2006/main">
            <a:off x="952500" y="5143500"/>
            <a:ext cx="1104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244257"/>
                </a:solidFill>
              </a:defRPr>
            </a:pPr>
            <a:r>
              <a:rPr sz="975" b="0" i="0">
                <a:solidFill>
                  <a:srgbClr val="244257"/>
                </a:solidFill>
              </a:rPr>
              <a:t>15 Ogos 2026</a:t>
            </a:r>
          </a:p>
        </p:txBody>
      </p:sp>
      <p:sp>
        <p:nvSpPr>
          <p:cNvPr id="43" name="">
            <a:extLst xmlns:a="http://schemas.openxmlformats.org/drawingml/2006/main">
              <a:ext uri="{FF2B5EF4-FFF2-40B4-BE49-F238E27FC236}">
                <a16:creationId xmlns:a16="http://schemas.microsoft.com/office/drawing/2014/main" id="{45E1B5DD-333C-4CD1-A466-1C93B12497FC}"/>
              </a:ext>
            </a:extLst>
          </p:cNvPr>
          <p:cNvSpPr>
            <a:spLocks xmlns:a="http://schemas.openxmlformats.org/drawingml/2006/main" noGrp="1"/>
          </p:cNvSpPr>
          <p:nvPr/>
        </p:nvSpPr>
        <p:spPr>
          <a:xfrm xmlns:a="http://schemas.openxmlformats.org/drawingml/2006/main">
            <a:off x="2476500" y="51435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244257"/>
                </a:solidFill>
              </a:defRPr>
            </a:pPr>
            <a:r>
              <a:rPr sz="975" b="1" i="0">
                <a:solidFill>
                  <a:srgbClr val="244257"/>
                </a:solidFill>
              </a:rPr>
              <a:t>WADAH</a:t>
            </a:r>
          </a:p>
        </p:txBody>
      </p:sp>
      <p:sp>
        <p:nvSpPr>
          <p:cNvPr id="44" name="">
            <a:extLst xmlns:a="http://schemas.openxmlformats.org/drawingml/2006/main">
              <a:ext uri="{FF2B5EF4-FFF2-40B4-BE49-F238E27FC236}">
                <a16:creationId xmlns:a16="http://schemas.microsoft.com/office/drawing/2014/main" id="{F6D6AE7A-5D4B-444C-AC7B-7400C214262B}"/>
              </a:ext>
            </a:extLst>
          </p:cNvPr>
          <p:cNvSpPr>
            <a:spLocks xmlns:a="http://schemas.openxmlformats.org/drawingml/2006/main" noGrp="1"/>
          </p:cNvSpPr>
          <p:nvPr/>
        </p:nvSpPr>
        <p:spPr>
          <a:xfrm xmlns:a="http://schemas.openxmlformats.org/drawingml/2006/main">
            <a:off x="3905250" y="514350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244257"/>
                </a:solidFill>
              </a:defRPr>
            </a:pPr>
            <a:r>
              <a:rPr sz="975" b="1" i="0">
                <a:solidFill>
                  <a:srgbClr val="244257"/>
                </a:solidFill>
              </a:rPr>
              <a:t>RM7,600.00</a:t>
            </a:r>
          </a:p>
        </p:txBody>
      </p:sp>
      <p:sp>
        <p:nvSpPr>
          <p:cNvPr id="45" name="">
            <a:extLst xmlns:a="http://schemas.openxmlformats.org/drawingml/2006/main">
              <a:ext uri="{FF2B5EF4-FFF2-40B4-BE49-F238E27FC236}">
                <a16:creationId xmlns:a16="http://schemas.microsoft.com/office/drawing/2014/main" id="{DB8D22EC-023F-49B1-B46D-867952F4F3CE}"/>
              </a:ext>
            </a:extLst>
          </p:cNvPr>
          <p:cNvSpPr>
            <a:spLocks xmlns:a="http://schemas.openxmlformats.org/drawingml/2006/main" noGrp="1"/>
          </p:cNvSpPr>
          <p:nvPr/>
        </p:nvSpPr>
        <p:spPr>
          <a:xfrm xmlns:a="http://schemas.openxmlformats.org/drawingml/2006/main">
            <a:off x="5962650" y="5143500"/>
            <a:ext cx="5067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244257"/>
                </a:solidFill>
              </a:defRPr>
            </a:pPr>
            <a:r>
              <a:rPr sz="975" b="0" i="0">
                <a:solidFill>
                  <a:srgbClr val="244257"/>
                </a:solidFill>
              </a:rPr>
              <a:t>Menjelaskan baki selepas web apps siap dan native setup bermula</a:t>
            </a:r>
          </a:p>
        </p:txBody>
      </p:sp>
      <p:sp>
        <p:nvSpPr>
          <p:cNvPr id="46" name="">
            <a:extLst xmlns:a="http://schemas.openxmlformats.org/drawingml/2006/main">
              <a:ext uri="{FF2B5EF4-FFF2-40B4-BE49-F238E27FC236}">
                <a16:creationId xmlns:a16="http://schemas.microsoft.com/office/drawing/2014/main" id="{C42B5BC5-CD9F-4B73-AF47-15D4DA56C63E}"/>
              </a:ext>
            </a:extLst>
          </p:cNvPr>
          <p:cNvSpPr>
            <a:spLocks xmlns:a="http://schemas.openxmlformats.org/drawingml/2006/main" noGrp="1"/>
          </p:cNvSpPr>
          <p:nvPr/>
        </p:nvSpPr>
        <p:spPr>
          <a:xfrm xmlns:a="http://schemas.openxmlformats.org/drawingml/2006/main">
            <a:off x="876300" y="5353050"/>
            <a:ext cx="10325100" cy="9525"/>
          </a:xfrm>
          <a:prstGeom xmlns:a="http://schemas.openxmlformats.org/drawingml/2006/main" prst="rect">
            <a:avLst/>
          </a:prstGeom>
          <a:solidFill xmlns:a="http://schemas.openxmlformats.org/drawingml/2006/main">
            <a:srgbClr val="EDF1F4"/>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3BAA195E-8A14-4D4F-A668-7D2AF3166B01}"/>
              </a:ext>
            </a:extLst>
          </p:cNvPr>
          <p:cNvSpPr>
            <a:spLocks xmlns:a="http://schemas.openxmlformats.org/drawingml/2006/main" noGrp="1"/>
          </p:cNvSpPr>
          <p:nvPr/>
        </p:nvSpPr>
        <p:spPr>
          <a:xfrm xmlns:a="http://schemas.openxmlformats.org/drawingml/2006/main">
            <a:off x="952500" y="5410200"/>
            <a:ext cx="1104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244257"/>
                </a:solidFill>
              </a:defRPr>
            </a:pPr>
            <a:r>
              <a:rPr sz="975" b="0" i="0">
                <a:solidFill>
                  <a:srgbClr val="244257"/>
                </a:solidFill>
              </a:rPr>
              <a:t>22 Ogos 2026</a:t>
            </a:r>
          </a:p>
        </p:txBody>
      </p:sp>
      <p:sp>
        <p:nvSpPr>
          <p:cNvPr id="48" name="">
            <a:extLst xmlns:a="http://schemas.openxmlformats.org/drawingml/2006/main">
              <a:ext uri="{FF2B5EF4-FFF2-40B4-BE49-F238E27FC236}">
                <a16:creationId xmlns:a16="http://schemas.microsoft.com/office/drawing/2014/main" id="{BFD157E9-EE64-44E7-86DE-9379D7F258BE}"/>
              </a:ext>
            </a:extLst>
          </p:cNvPr>
          <p:cNvSpPr>
            <a:spLocks xmlns:a="http://schemas.openxmlformats.org/drawingml/2006/main" noGrp="1"/>
          </p:cNvSpPr>
          <p:nvPr/>
        </p:nvSpPr>
        <p:spPr>
          <a:xfrm xmlns:a="http://schemas.openxmlformats.org/drawingml/2006/main">
            <a:off x="2476500" y="54102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244257"/>
                </a:solidFill>
              </a:defRPr>
            </a:pPr>
            <a:r>
              <a:rPr sz="975" b="1" i="0">
                <a:solidFill>
                  <a:srgbClr val="244257"/>
                </a:solidFill>
              </a:rPr>
              <a:t>PKPIM</a:t>
            </a:r>
          </a:p>
        </p:txBody>
      </p:sp>
      <p:sp>
        <p:nvSpPr>
          <p:cNvPr id="49" name="">
            <a:extLst xmlns:a="http://schemas.openxmlformats.org/drawingml/2006/main">
              <a:ext uri="{FF2B5EF4-FFF2-40B4-BE49-F238E27FC236}">
                <a16:creationId xmlns:a16="http://schemas.microsoft.com/office/drawing/2014/main" id="{D8257ED8-7952-4150-B6DD-743DBC7413DB}"/>
              </a:ext>
            </a:extLst>
          </p:cNvPr>
          <p:cNvSpPr>
            <a:spLocks xmlns:a="http://schemas.openxmlformats.org/drawingml/2006/main" noGrp="1"/>
          </p:cNvSpPr>
          <p:nvPr/>
        </p:nvSpPr>
        <p:spPr>
          <a:xfrm xmlns:a="http://schemas.openxmlformats.org/drawingml/2006/main">
            <a:off x="3905250" y="541020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244257"/>
                </a:solidFill>
              </a:defRPr>
            </a:pPr>
            <a:r>
              <a:rPr sz="975" b="1" i="0">
                <a:solidFill>
                  <a:srgbClr val="244257"/>
                </a:solidFill>
              </a:rPr>
              <a:t>RM2,000.00</a:t>
            </a:r>
          </a:p>
        </p:txBody>
      </p:sp>
      <p:sp>
        <p:nvSpPr>
          <p:cNvPr id="50" name="">
            <a:extLst xmlns:a="http://schemas.openxmlformats.org/drawingml/2006/main">
              <a:ext uri="{FF2B5EF4-FFF2-40B4-BE49-F238E27FC236}">
                <a16:creationId xmlns:a16="http://schemas.microsoft.com/office/drawing/2014/main" id="{2426A12B-A0C7-4278-9C87-CCB1F655E379}"/>
              </a:ext>
            </a:extLst>
          </p:cNvPr>
          <p:cNvSpPr>
            <a:spLocks xmlns:a="http://schemas.openxmlformats.org/drawingml/2006/main" noGrp="1"/>
          </p:cNvSpPr>
          <p:nvPr/>
        </p:nvSpPr>
        <p:spPr>
          <a:xfrm xmlns:a="http://schemas.openxmlformats.org/drawingml/2006/main">
            <a:off x="5962650" y="5410200"/>
            <a:ext cx="5067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244257"/>
                </a:solidFill>
              </a:defRPr>
            </a:pPr>
            <a:r>
              <a:rPr sz="975" b="0" i="0">
                <a:solidFill>
                  <a:srgbClr val="244257"/>
                </a:solidFill>
              </a:rPr>
              <a:t>Menyelesaikan baki semasa fasa build dan packaging</a:t>
            </a:r>
          </a:p>
        </p:txBody>
      </p:sp>
      <p:sp>
        <p:nvSpPr>
          <p:cNvPr id="51" name="">
            <a:extLst xmlns:a="http://schemas.openxmlformats.org/drawingml/2006/main">
              <a:ext uri="{FF2B5EF4-FFF2-40B4-BE49-F238E27FC236}">
                <a16:creationId xmlns:a16="http://schemas.microsoft.com/office/drawing/2014/main" id="{B2B4F978-7387-480C-9AAA-628B62398FEA}"/>
              </a:ext>
            </a:extLst>
          </p:cNvPr>
          <p:cNvSpPr>
            <a:spLocks xmlns:a="http://schemas.openxmlformats.org/drawingml/2006/main" noGrp="1"/>
          </p:cNvSpPr>
          <p:nvPr/>
        </p:nvSpPr>
        <p:spPr>
          <a:xfrm xmlns:a="http://schemas.openxmlformats.org/drawingml/2006/main">
            <a:off x="876300" y="5619750"/>
            <a:ext cx="10325100" cy="9525"/>
          </a:xfrm>
          <a:prstGeom xmlns:a="http://schemas.openxmlformats.org/drawingml/2006/main" prst="rect">
            <a:avLst/>
          </a:prstGeom>
          <a:solidFill xmlns:a="http://schemas.openxmlformats.org/drawingml/2006/main">
            <a:srgbClr val="EDF1F4"/>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D5DC034F-7C5A-4180-AE3E-FDDA33EB08A6}"/>
              </a:ext>
            </a:extLst>
          </p:cNvPr>
          <p:cNvSpPr>
            <a:spLocks xmlns:a="http://schemas.openxmlformats.org/drawingml/2006/main" noGrp="1"/>
          </p:cNvSpPr>
          <p:nvPr/>
        </p:nvSpPr>
        <p:spPr>
          <a:xfrm xmlns:a="http://schemas.openxmlformats.org/drawingml/2006/main">
            <a:off x="952500" y="5676900"/>
            <a:ext cx="1104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244257"/>
                </a:solidFill>
              </a:defRPr>
            </a:pPr>
            <a:r>
              <a:rPr sz="975" b="0" i="0">
                <a:solidFill>
                  <a:srgbClr val="244257"/>
                </a:solidFill>
              </a:rPr>
              <a:t>31 Ogos 2026</a:t>
            </a:r>
          </a:p>
        </p:txBody>
      </p:sp>
      <p:sp>
        <p:nvSpPr>
          <p:cNvPr id="53" name="">
            <a:extLst xmlns:a="http://schemas.openxmlformats.org/drawingml/2006/main">
              <a:ext uri="{FF2B5EF4-FFF2-40B4-BE49-F238E27FC236}">
                <a16:creationId xmlns:a16="http://schemas.microsoft.com/office/drawing/2014/main" id="{8AB0C936-6F5F-4D45-8EB2-B23D7763FDBD}"/>
              </a:ext>
            </a:extLst>
          </p:cNvPr>
          <p:cNvSpPr>
            <a:spLocks xmlns:a="http://schemas.openxmlformats.org/drawingml/2006/main" noGrp="1"/>
          </p:cNvSpPr>
          <p:nvPr/>
        </p:nvSpPr>
        <p:spPr>
          <a:xfrm xmlns:a="http://schemas.openxmlformats.org/drawingml/2006/main">
            <a:off x="2476500" y="56769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244257"/>
                </a:solidFill>
              </a:defRPr>
            </a:pPr>
            <a:r>
              <a:rPr sz="975" b="1" i="0">
                <a:solidFill>
                  <a:srgbClr val="244257"/>
                </a:solidFill>
              </a:rPr>
              <a:t>ABIM</a:t>
            </a:r>
          </a:p>
        </p:txBody>
      </p:sp>
      <p:sp>
        <p:nvSpPr>
          <p:cNvPr id="54" name="">
            <a:extLst xmlns:a="http://schemas.openxmlformats.org/drawingml/2006/main">
              <a:ext uri="{FF2B5EF4-FFF2-40B4-BE49-F238E27FC236}">
                <a16:creationId xmlns:a16="http://schemas.microsoft.com/office/drawing/2014/main" id="{4F768141-36EE-48A8-90F0-25056FE0AF43}"/>
              </a:ext>
            </a:extLst>
          </p:cNvPr>
          <p:cNvSpPr>
            <a:spLocks xmlns:a="http://schemas.openxmlformats.org/drawingml/2006/main" noGrp="1"/>
          </p:cNvSpPr>
          <p:nvPr/>
        </p:nvSpPr>
        <p:spPr>
          <a:xfrm xmlns:a="http://schemas.openxmlformats.org/drawingml/2006/main">
            <a:off x="3905250" y="567690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244257"/>
                </a:solidFill>
              </a:defRPr>
            </a:pPr>
            <a:r>
              <a:rPr sz="975" b="1" i="0">
                <a:solidFill>
                  <a:srgbClr val="244257"/>
                </a:solidFill>
              </a:rPr>
              <a:t>RM5,866.67</a:t>
            </a:r>
          </a:p>
        </p:txBody>
      </p:sp>
      <p:sp>
        <p:nvSpPr>
          <p:cNvPr id="55" name="">
            <a:extLst xmlns:a="http://schemas.openxmlformats.org/drawingml/2006/main">
              <a:ext uri="{FF2B5EF4-FFF2-40B4-BE49-F238E27FC236}">
                <a16:creationId xmlns:a16="http://schemas.microsoft.com/office/drawing/2014/main" id="{FDADF86A-5386-413C-B830-775602FE59D9}"/>
              </a:ext>
            </a:extLst>
          </p:cNvPr>
          <p:cNvSpPr>
            <a:spLocks xmlns:a="http://schemas.openxmlformats.org/drawingml/2006/main" noGrp="1"/>
          </p:cNvSpPr>
          <p:nvPr/>
        </p:nvSpPr>
        <p:spPr>
          <a:xfrm xmlns:a="http://schemas.openxmlformats.org/drawingml/2006/main">
            <a:off x="5962650" y="5676900"/>
            <a:ext cx="5067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244257"/>
                </a:solidFill>
              </a:defRPr>
            </a:pPr>
            <a:r>
              <a:rPr sz="975" b="0" i="0">
                <a:solidFill>
                  <a:srgbClr val="244257"/>
                </a:solidFill>
              </a:rPr>
              <a:t>Bayaran pertama sebelum submission store selesai</a:t>
            </a:r>
          </a:p>
        </p:txBody>
      </p:sp>
      <p:sp>
        <p:nvSpPr>
          <p:cNvPr id="56" name="">
            <a:extLst xmlns:a="http://schemas.openxmlformats.org/drawingml/2006/main">
              <a:ext uri="{FF2B5EF4-FFF2-40B4-BE49-F238E27FC236}">
                <a16:creationId xmlns:a16="http://schemas.microsoft.com/office/drawing/2014/main" id="{22F3563A-590A-4C55-85A1-1EA0D99068CC}"/>
              </a:ext>
            </a:extLst>
          </p:cNvPr>
          <p:cNvSpPr>
            <a:spLocks xmlns:a="http://schemas.openxmlformats.org/drawingml/2006/main" noGrp="1"/>
          </p:cNvSpPr>
          <p:nvPr/>
        </p:nvSpPr>
        <p:spPr>
          <a:xfrm xmlns:a="http://schemas.openxmlformats.org/drawingml/2006/main">
            <a:off x="876300" y="5886450"/>
            <a:ext cx="10325100" cy="9525"/>
          </a:xfrm>
          <a:prstGeom xmlns:a="http://schemas.openxmlformats.org/drawingml/2006/main" prst="rect">
            <a:avLst/>
          </a:prstGeom>
          <a:solidFill xmlns:a="http://schemas.openxmlformats.org/drawingml/2006/main">
            <a:srgbClr val="EDF1F4"/>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38D7F41B-E954-4F39-978B-5FA23484CF45}"/>
              </a:ext>
            </a:extLst>
          </p:cNvPr>
          <p:cNvSpPr>
            <a:spLocks xmlns:a="http://schemas.openxmlformats.org/drawingml/2006/main" noGrp="1"/>
          </p:cNvSpPr>
          <p:nvPr/>
        </p:nvSpPr>
        <p:spPr>
          <a:xfrm xmlns:a="http://schemas.openxmlformats.org/drawingml/2006/main">
            <a:off x="952500" y="5943600"/>
            <a:ext cx="1104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244257"/>
                </a:solidFill>
              </a:defRPr>
            </a:pPr>
            <a:r>
              <a:rPr sz="975" b="0" i="0">
                <a:solidFill>
                  <a:srgbClr val="244257"/>
                </a:solidFill>
              </a:rPr>
              <a:t>7 September 2026</a:t>
            </a:r>
          </a:p>
        </p:txBody>
      </p:sp>
      <p:sp>
        <p:nvSpPr>
          <p:cNvPr id="58" name="">
            <a:extLst xmlns:a="http://schemas.openxmlformats.org/drawingml/2006/main">
              <a:ext uri="{FF2B5EF4-FFF2-40B4-BE49-F238E27FC236}">
                <a16:creationId xmlns:a16="http://schemas.microsoft.com/office/drawing/2014/main" id="{28548B79-86CF-4188-A377-BECA894DCC7A}"/>
              </a:ext>
            </a:extLst>
          </p:cNvPr>
          <p:cNvSpPr>
            <a:spLocks xmlns:a="http://schemas.openxmlformats.org/drawingml/2006/main" noGrp="1"/>
          </p:cNvSpPr>
          <p:nvPr/>
        </p:nvSpPr>
        <p:spPr>
          <a:xfrm xmlns:a="http://schemas.openxmlformats.org/drawingml/2006/main">
            <a:off x="2476500" y="5943600"/>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244257"/>
                </a:solidFill>
              </a:defRPr>
            </a:pPr>
            <a:r>
              <a:rPr sz="975" b="1" i="0">
                <a:solidFill>
                  <a:srgbClr val="244257"/>
                </a:solidFill>
              </a:rPr>
              <a:t>ABIM</a:t>
            </a:r>
          </a:p>
        </p:txBody>
      </p:sp>
      <p:sp>
        <p:nvSpPr>
          <p:cNvPr id="59" name="">
            <a:extLst xmlns:a="http://schemas.openxmlformats.org/drawingml/2006/main">
              <a:ext uri="{FF2B5EF4-FFF2-40B4-BE49-F238E27FC236}">
                <a16:creationId xmlns:a16="http://schemas.microsoft.com/office/drawing/2014/main" id="{9EDA99ED-C661-4BF0-A4FB-78B7E80F9065}"/>
              </a:ext>
            </a:extLst>
          </p:cNvPr>
          <p:cNvSpPr>
            <a:spLocks xmlns:a="http://schemas.openxmlformats.org/drawingml/2006/main" noGrp="1"/>
          </p:cNvSpPr>
          <p:nvPr/>
        </p:nvSpPr>
        <p:spPr>
          <a:xfrm xmlns:a="http://schemas.openxmlformats.org/drawingml/2006/main">
            <a:off x="3905250" y="594360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i="0">
                <a:solidFill>
                  <a:srgbClr val="244257"/>
                </a:solidFill>
              </a:defRPr>
            </a:pPr>
            <a:r>
              <a:rPr sz="975" b="1" i="0">
                <a:solidFill>
                  <a:srgbClr val="244257"/>
                </a:solidFill>
              </a:rPr>
              <a:t>RM5,866.66</a:t>
            </a:r>
          </a:p>
        </p:txBody>
      </p:sp>
      <p:sp>
        <p:nvSpPr>
          <p:cNvPr id="60" name="">
            <a:extLst xmlns:a="http://schemas.openxmlformats.org/drawingml/2006/main">
              <a:ext uri="{FF2B5EF4-FFF2-40B4-BE49-F238E27FC236}">
                <a16:creationId xmlns:a16="http://schemas.microsoft.com/office/drawing/2014/main" id="{2E5C1232-B7A1-4CB9-A0F7-AA29C16D8D5E}"/>
              </a:ext>
            </a:extLst>
          </p:cNvPr>
          <p:cNvSpPr>
            <a:spLocks xmlns:a="http://schemas.openxmlformats.org/drawingml/2006/main" noGrp="1"/>
          </p:cNvSpPr>
          <p:nvPr/>
        </p:nvSpPr>
        <p:spPr>
          <a:xfrm xmlns:a="http://schemas.openxmlformats.org/drawingml/2006/main">
            <a:off x="5962650" y="5943600"/>
            <a:ext cx="5067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i="0">
                <a:solidFill>
                  <a:srgbClr val="244257"/>
                </a:solidFill>
              </a:defRPr>
            </a:pPr>
            <a:r>
              <a:rPr sz="975" b="0" i="0">
                <a:solidFill>
                  <a:srgbClr val="244257"/>
                </a:solidFill>
              </a:rPr>
              <a:t>Bayaran akhir sebelum buffer muktamar</a:t>
            </a:r>
          </a:p>
        </p:txBody>
      </p:sp>
      <p:sp>
        <p:nvSpPr>
          <p:cNvPr id="61" name="">
            <a:extLst xmlns:a="http://schemas.openxmlformats.org/drawingml/2006/main">
              <a:ext uri="{FF2B5EF4-FFF2-40B4-BE49-F238E27FC236}">
                <a16:creationId xmlns:a16="http://schemas.microsoft.com/office/drawing/2014/main" id="{9E4402DB-F3F6-4846-B0D3-DE17F71F009E}"/>
              </a:ext>
            </a:extLst>
          </p:cNvPr>
          <p:cNvSpPr>
            <a:spLocks xmlns:a="http://schemas.openxmlformats.org/drawingml/2006/main" noGrp="1"/>
          </p:cNvSpPr>
          <p:nvPr/>
        </p:nvSpPr>
        <p:spPr>
          <a:xfrm xmlns:a="http://schemas.openxmlformats.org/drawingml/2006/main">
            <a:off x="876300" y="6153150"/>
            <a:ext cx="10325100" cy="9525"/>
          </a:xfrm>
          <a:prstGeom xmlns:a="http://schemas.openxmlformats.org/drawingml/2006/main" prst="rect">
            <a:avLst/>
          </a:prstGeom>
          <a:solidFill xmlns:a="http://schemas.openxmlformats.org/drawingml/2006/main">
            <a:srgbClr val="EDF1F4"/>
          </a:solidFill>
          <a:ln xmlns:a="http://schemas.openxmlformats.org/drawingml/2006/main" w="0">
            <a:noFill/>
            <a:prstDash val="solid"/>
          </a:ln>
        </p:spPr>
      </p:sp>
    </p:spTree>
    <p:extLst>
      <p:ext uri="{BB962C8B-B14F-4D97-AF65-F5344CB8AC3E}">
        <p14:creationId xmlns:p14="http://schemas.microsoft.com/office/powerpoint/2010/main" val="10172016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2026-08-04T12:31:22.4000000Z</dcterms:created>
  <dcterms:modified xsi:type="dcterms:W3CDTF">2026-08-04T12:31:22.4000000Z</dcterms:modified>
</coreProperties>
</file>